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038e5e6233454e" /><Relationship Type="http://schemas.openxmlformats.org/officeDocument/2006/relationships/extended-properties" Target="/docProps/app.xml" Id="Rb7d78d25bed0476e" /><Relationship Type="http://schemas.openxmlformats.org/officeDocument/2006/relationships/officeDocument" Target="/ppt/presentation.xml" Id="Ree6b9a783d47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bc175fe89f4428"/>
  </p:sldMasterIdLst>
  <p:notesMasterIdLst>
    <p:notesMasterId xmlns:r="http://schemas.openxmlformats.org/officeDocument/2006/relationships" r:id="Rd3181f7f3d2841a0"/>
  </p:notesMasterIdLst>
  <p:sldIdLst>
    <p:sldId xmlns:r="http://schemas.openxmlformats.org/officeDocument/2006/relationships" id="256" r:id="R78b95facb87b4a05"/>
  </p:sldIdLst>
  <p:sldSz cx="16135350" cy="883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8514a684b4913" /><Relationship Type="http://schemas.openxmlformats.org/officeDocument/2006/relationships/slideMaster" Target="/ppt/slideMasters/slideMaster1.xml" Id="R7dbc175fe89f4428" /><Relationship Type="http://schemas.openxmlformats.org/officeDocument/2006/relationships/notesMaster" Target="/ppt/notesMasters/notesMaster1.xml" Id="Rd3181f7f3d2841a0" /><Relationship Type="http://schemas.openxmlformats.org/officeDocument/2006/relationships/presProps" Target="/ppt/presProps.xml" Id="Ra409c7141a4c4ca2" /><Relationship Type="http://schemas.openxmlformats.org/officeDocument/2006/relationships/tableStyles" Target="/ppt/tableStyles.xml" Id="R0299e8183a9a466f" /><Relationship Type="http://schemas.openxmlformats.org/officeDocument/2006/relationships/slide" Target="/ppt/slides/slide1.xml" Id="R78b95facb87b4a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213ffaeb74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635545e294352" /><Relationship Type="http://schemas.openxmlformats.org/officeDocument/2006/relationships/notesMaster" Target="/ppt/notesMasters/notesMaster1.xml" Id="R1676d786cb55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来源：用户在当前聊天提供的“超级短视频总结”参考图。保持原图1694×928比例；按可见内容转录原始指标，不擅自更改数值。字体使用可用的 Noto Sans CJK SC 重建。原始图片未挂载到云端，六个视频画面缺失，当前为明确标记的草稿，不能声称完整复原。视频观看量、点赞量和卡片标题独立可编辑。三条贡献条保留参考图的可见长度，它们是可编辑形状，不构造未经原图定义的额外坐标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d159c6e8b4c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48a8aba9f43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8fb50c9a245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c36dc5f4b4d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b3c1f96ca43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7d9ed152746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1FD80A-CF68-4D34-8C16-88F028FE9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13535" y="3339253"/>
            <a:ext cx="12908280" cy="1276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1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B80E44-1A44-4E3A-8591-2D4798CB98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20303" y="4861560"/>
            <a:ext cx="11294745" cy="982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4E1482-B3AA-4198-84D4-3972B4E24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13535" y="3683000"/>
            <a:ext cx="1290828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997AC4-9651-4FE1-B810-A7C69A0EE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7613" y="687493"/>
            <a:ext cx="14320123" cy="108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2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89E059-8687-491D-B79D-C4269F550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7613" y="2455333"/>
            <a:ext cx="14320123" cy="549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464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1pPr>
            <a:lvl2pPr marL="68749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2pPr>
            <a:lvl3pPr marL="108034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3pPr>
            <a:lvl4pPr marL="147320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4pPr>
            <a:lvl5pPr marL="186605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5pPr>
            <a:lvl6pPr marL="225890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6pPr>
            <a:lvl7pPr marL="265176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7pPr>
            <a:lvl8pPr marL="304461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8pPr>
            <a:lvl9pPr marL="343746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3A8596-41F3-45FF-BA30-99A9DC2B8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7613" y="687493"/>
            <a:ext cx="14320123" cy="108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2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3E21C4-0D52-411C-9CCE-A27474F45D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7613" y="2455333"/>
            <a:ext cx="6655832" cy="549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464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1pPr>
            <a:lvl2pPr marL="68749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2pPr>
            <a:lvl3pPr marL="108034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3pPr>
            <a:lvl4pPr marL="147320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4pPr>
            <a:lvl5pPr marL="186605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5pPr>
            <a:lvl6pPr marL="225890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6pPr>
            <a:lvl7pPr marL="265176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7pPr>
            <a:lvl8pPr marL="304461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8pPr>
            <a:lvl9pPr marL="343746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D6585C-2BFC-4B73-BB34-4B3A6D73D7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71905" y="2455333"/>
            <a:ext cx="6655832" cy="549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464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1pPr>
            <a:lvl2pPr marL="68749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2pPr>
            <a:lvl3pPr marL="108034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3pPr>
            <a:lvl4pPr marL="147320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4pPr>
            <a:lvl5pPr marL="186605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5pPr>
            <a:lvl6pPr marL="225890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6pPr>
            <a:lvl7pPr marL="265176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7pPr>
            <a:lvl8pPr marL="304461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8pPr>
            <a:lvl9pPr marL="343746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683663-0775-40FD-8E00-05D70FE8E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7613" y="687493"/>
            <a:ext cx="14320123" cy="108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2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583AD4-92ED-4828-8AAD-A081A2933A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7613" y="2455333"/>
            <a:ext cx="6655832" cy="549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464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1pPr>
            <a:lvl2pPr marL="68749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2pPr>
            <a:lvl3pPr marL="108034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3pPr>
            <a:lvl4pPr marL="147320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4pPr>
            <a:lvl5pPr marL="186605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5pPr>
            <a:lvl6pPr marL="225890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6pPr>
            <a:lvl7pPr marL="2651760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7pPr>
            <a:lvl8pPr marL="3044613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8pPr>
            <a:lvl9pPr marL="3437467" indent="-294640">
              <a:lnSpc>
                <a:spcPct val="110000"/>
              </a:lnSpc>
              <a:spcBef>
                <a:spcPts val="0"/>
              </a:spcBef>
              <a:spcAft>
                <a:spcPts val="154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43322d6624edd" /><Relationship Type="http://schemas.openxmlformats.org/officeDocument/2006/relationships/slideLayout" Target="/ppt/slideLayouts/slideLayout1.xml" Id="Radb41a1c87514c52" /><Relationship Type="http://schemas.openxmlformats.org/officeDocument/2006/relationships/slideLayout" Target="/ppt/slideLayouts/slideLayout2.xml" Id="R5f7f89dd5c4c492a" /><Relationship Type="http://schemas.openxmlformats.org/officeDocument/2006/relationships/slideLayout" Target="/ppt/slideLayouts/slideLayout3.xml" Id="R39b1c373c0724f3f" /><Relationship Type="http://schemas.openxmlformats.org/officeDocument/2006/relationships/slideLayout" Target="/ppt/slideLayouts/slideLayout4.xml" Id="Rb9f4bc011f314896" /><Relationship Type="http://schemas.openxmlformats.org/officeDocument/2006/relationships/slideLayout" Target="/ppt/slideLayouts/slideLayout5.xml" Id="R2da6b4936202463b" /><Relationship Type="http://schemas.openxmlformats.org/officeDocument/2006/relationships/slideLayout" Target="/ppt/slideLayouts/slideLayout6.xml" Id="Rec9ae4d353a64e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41a1c87514c52"/>
    <p:sldLayoutId xmlns:r="http://schemas.openxmlformats.org/officeDocument/2006/relationships" id="2147483650" r:id="R5f7f89dd5c4c492a"/>
    <p:sldLayoutId xmlns:r="http://schemas.openxmlformats.org/officeDocument/2006/relationships" id="2147483651" r:id="R39b1c373c0724f3f"/>
    <p:sldLayoutId xmlns:r="http://schemas.openxmlformats.org/officeDocument/2006/relationships" id="2147483652" r:id="Rb9f4bc011f314896"/>
    <p:sldLayoutId xmlns:r="http://schemas.openxmlformats.org/officeDocument/2006/relationships" id="2147483653" r:id="R2da6b4936202463b"/>
    <p:sldLayoutId xmlns:r="http://schemas.openxmlformats.org/officeDocument/2006/relationships" id="2147483654" r:id="Rec9ae4d353a6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5cfb717774bab" /><Relationship Type="http://schemas.openxmlformats.org/officeDocument/2006/relationships/image" Target="/ppt/media/image.png" Id="R9d16d92887ae451c" /><Relationship Type="http://schemas.openxmlformats.org/officeDocument/2006/relationships/image" Target="/ppt/media/image.svg" Id="R3cfa77d23953439a" /><Relationship Type="http://schemas.openxmlformats.org/officeDocument/2006/relationships/image" Target="/ppt/media/image2.png" Id="Raf162140cf8c436c" /><Relationship Type="http://schemas.openxmlformats.org/officeDocument/2006/relationships/image" Target="/ppt/media/image2.svg" Id="R8ac166ea5e824999" /><Relationship Type="http://schemas.openxmlformats.org/officeDocument/2006/relationships/image" Target="/ppt/media/image3.png" Id="Ra3e931017ac34dd7" /><Relationship Type="http://schemas.openxmlformats.org/officeDocument/2006/relationships/image" Target="/ppt/media/image3.svg" Id="R28098ef8f505427a" /><Relationship Type="http://schemas.openxmlformats.org/officeDocument/2006/relationships/image" Target="/ppt/media/image4.png" Id="R5fd146a2040d4177" /><Relationship Type="http://schemas.openxmlformats.org/officeDocument/2006/relationships/image" Target="/ppt/media/image4.svg" Id="R07e1be2f64fe4fe6" /><Relationship Type="http://schemas.openxmlformats.org/officeDocument/2006/relationships/image" Target="/ppt/media/image5.png" Id="Rb1b4aad2e7fa42eb" /><Relationship Type="http://schemas.openxmlformats.org/officeDocument/2006/relationships/image" Target="/ppt/media/image5.svg" Id="Rccdf289b471f4acc" /><Relationship Type="http://schemas.openxmlformats.org/officeDocument/2006/relationships/image" Target="/ppt/media/image6.png" Id="R5b4d3601bdf74239" /><Relationship Type="http://schemas.openxmlformats.org/officeDocument/2006/relationships/image" Target="/ppt/media/image6.svg" Id="R0e269635c1ef4bc2" /><Relationship Type="http://schemas.openxmlformats.org/officeDocument/2006/relationships/image" Target="/ppt/media/image7.png" Id="Rd0bbfbec70be4900" /><Relationship Type="http://schemas.openxmlformats.org/officeDocument/2006/relationships/image" Target="/ppt/media/image7.svg" Id="Raa48a4f5dcad43a9" /><Relationship Type="http://schemas.openxmlformats.org/officeDocument/2006/relationships/image" Target="/ppt/media/image8.png" Id="R1ede416552894b4a" /><Relationship Type="http://schemas.openxmlformats.org/officeDocument/2006/relationships/image" Target="/ppt/media/image8.svg" Id="R3bc6371097154dd6" /><Relationship Type="http://schemas.openxmlformats.org/officeDocument/2006/relationships/image" Target="/ppt/media/image9.png" Id="Rd1f20f4eb1d54a6b" /><Relationship Type="http://schemas.openxmlformats.org/officeDocument/2006/relationships/image" Target="/ppt/media/image9.svg" Id="R948132450de94e8b" /><Relationship Type="http://schemas.openxmlformats.org/officeDocument/2006/relationships/image" Target="/ppt/media/image10.png" Id="Rbf45aaa145b64548" /><Relationship Type="http://schemas.openxmlformats.org/officeDocument/2006/relationships/image" Target="/ppt/media/image10.svg" Id="R2f040a1ebb5b49dc" /><Relationship Type="http://schemas.openxmlformats.org/officeDocument/2006/relationships/image" Target="/ppt/media/image11.png" Id="R229643a4e9424103" /><Relationship Type="http://schemas.openxmlformats.org/officeDocument/2006/relationships/image" Target="/ppt/media/image11.svg" Id="R67d016270dbd4cb4" /><Relationship Type="http://schemas.openxmlformats.org/officeDocument/2006/relationships/image" Target="/ppt/media/image12.png" Id="R6cee45ac2a984482" /><Relationship Type="http://schemas.openxmlformats.org/officeDocument/2006/relationships/image" Target="/ppt/media/image12.svg" Id="Rb3bf87befdf843f0" /><Relationship Type="http://schemas.openxmlformats.org/officeDocument/2006/relationships/image" Target="/ppt/media/image13.png" Id="R7a9c0001412c4797" /><Relationship Type="http://schemas.openxmlformats.org/officeDocument/2006/relationships/image" Target="/ppt/media/image13.svg" Id="R59c2df13082a4096" /><Relationship Type="http://schemas.openxmlformats.org/officeDocument/2006/relationships/image" Target="/ppt/media/image14.png" Id="Rb631d5be209142c6" /><Relationship Type="http://schemas.openxmlformats.org/officeDocument/2006/relationships/image" Target="/ppt/media/image14.svg" Id="Rde0ba0e89d9540a0" /><Relationship Type="http://schemas.openxmlformats.org/officeDocument/2006/relationships/image" Target="/ppt/media/image15.png" Id="Rf02e193893af4552" /><Relationship Type="http://schemas.openxmlformats.org/officeDocument/2006/relationships/image" Target="/ppt/media/image15.svg" Id="Rab02221981084ea2" /><Relationship Type="http://schemas.openxmlformats.org/officeDocument/2006/relationships/image" Target="/ppt/media/image16.png" Id="R3f424e9eee744f82" /><Relationship Type="http://schemas.openxmlformats.org/officeDocument/2006/relationships/image" Target="/ppt/media/image16.svg" Id="Reafd55ca71374d9f" /><Relationship Type="http://schemas.openxmlformats.org/officeDocument/2006/relationships/image" Target="/ppt/media/image17.png" Id="Rdccedc7605604b13" /><Relationship Type="http://schemas.openxmlformats.org/officeDocument/2006/relationships/image" Target="/ppt/media/image17.svg" Id="Rea77b4d526db4ebe" /><Relationship Type="http://schemas.openxmlformats.org/officeDocument/2006/relationships/image" Target="/ppt/media/image18.png" Id="R2c419ab9c6764030" /><Relationship Type="http://schemas.openxmlformats.org/officeDocument/2006/relationships/image" Target="/ppt/media/image18.svg" Id="Recace32fc1454360" /><Relationship Type="http://schemas.openxmlformats.org/officeDocument/2006/relationships/image" Target="/ppt/media/image19.png" Id="Rd0bd1a588b144ba1" /><Relationship Type="http://schemas.openxmlformats.org/officeDocument/2006/relationships/image" Target="/ppt/media/image19.svg" Id="R130a3518a1624f67" /><Relationship Type="http://schemas.openxmlformats.org/officeDocument/2006/relationships/image" Target="/ppt/media/image20.png" Id="Rf9a9a0a80ec34cd5" /><Relationship Type="http://schemas.openxmlformats.org/officeDocument/2006/relationships/image" Target="/ppt/media/image20.svg" Id="R2cef58af254a4c01" /><Relationship Type="http://schemas.openxmlformats.org/officeDocument/2006/relationships/image" Target="/ppt/media/image21.png" Id="R02aab85ef4f74142" /><Relationship Type="http://schemas.openxmlformats.org/officeDocument/2006/relationships/image" Target="/ppt/media/image21.svg" Id="Ra86220a1bca548b9" /><Relationship Type="http://schemas.openxmlformats.org/officeDocument/2006/relationships/image" Target="/ppt/media/image22.png" Id="R82fa71fd56334c0d" /><Relationship Type="http://schemas.openxmlformats.org/officeDocument/2006/relationships/image" Target="/ppt/media/image22.svg" Id="R87927ff9fb1a40f5" /><Relationship Type="http://schemas.openxmlformats.org/officeDocument/2006/relationships/image" Target="/ppt/media/image23.png" Id="R972028f076664638" /><Relationship Type="http://schemas.openxmlformats.org/officeDocument/2006/relationships/image" Target="/ppt/media/image23.svg" Id="R682ec2faaa6f45c6" /><Relationship Type="http://schemas.openxmlformats.org/officeDocument/2006/relationships/image" Target="/ppt/media/image24.png" Id="Ra385d203384c4d2e" /><Relationship Type="http://schemas.openxmlformats.org/officeDocument/2006/relationships/image" Target="/ppt/media/image24.svg" Id="Ra25cadbf6baf4d90" /><Relationship Type="http://schemas.openxmlformats.org/officeDocument/2006/relationships/image" Target="/ppt/media/image25.png" Id="Rfbe1aef1f1e84600" /><Relationship Type="http://schemas.openxmlformats.org/officeDocument/2006/relationships/image" Target="/ppt/media/image25.svg" Id="Re8bb68efe0694849" /><Relationship Type="http://schemas.openxmlformats.org/officeDocument/2006/relationships/image" Target="/ppt/media/image26.png" Id="R624b2fbeb9614667" /><Relationship Type="http://schemas.openxmlformats.org/officeDocument/2006/relationships/image" Target="/ppt/media/image26.svg" Id="Rffae33b5edea4ca7" /><Relationship Type="http://schemas.openxmlformats.org/officeDocument/2006/relationships/image" Target="/ppt/media/image27.png" Id="R53a519c1a30544d2" /><Relationship Type="http://schemas.openxmlformats.org/officeDocument/2006/relationships/image" Target="/ppt/media/image27.svg" Id="Ra609d1d628814385" /><Relationship Type="http://schemas.openxmlformats.org/officeDocument/2006/relationships/image" Target="/ppt/media/image28.png" Id="R18c040c7b5584ff0" /><Relationship Type="http://schemas.openxmlformats.org/officeDocument/2006/relationships/image" Target="/ppt/media/image28.svg" Id="Rb29dfb4c8c7f467b" /><Relationship Type="http://schemas.openxmlformats.org/officeDocument/2006/relationships/image" Target="/ppt/media/image29.png" Id="R35d2691e851f42e3" /><Relationship Type="http://schemas.openxmlformats.org/officeDocument/2006/relationships/image" Target="/ppt/media/image29.svg" Id="Rd1c4101c0c0445fe" /><Relationship Type="http://schemas.openxmlformats.org/officeDocument/2006/relationships/image" Target="/ppt/media/image30.png" Id="R3a382922e3204037" /><Relationship Type="http://schemas.openxmlformats.org/officeDocument/2006/relationships/image" Target="/ppt/media/image30.svg" Id="R8ef0693f06be4089" /><Relationship Type="http://schemas.openxmlformats.org/officeDocument/2006/relationships/notesSlide" Target="/ppt/notesSlides/notesSlide1.xml" Id="Rf50d7b6cabdf4b4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9FCFF"/>
            </a:gs>
          </a:gsLst>
          <a:lin ang="4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CC8F5B-7B03-408B-B657-A61292D40343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877050" y="46339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0">
            <a:gradFill>
              <a:gsLst>
                <a:gs pos="0">
                  <a:srgbClr val="C3DCFF"/>
                </a:gs>
                <a:gs pos="100000">
                  <a:srgbClr val="4284ED"/>
                </a:gs>
              </a:gsLst>
              <a:lin ang="0"/>
            </a:gradFill>
            <a:headEnd type="none" w="med" len="med"/>
            <a:tailEnd type="triangle" w="med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44C933-BF2A-42C0-9190-B1BDBC283D4D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3476625" y="46339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0">
            <a:gradFill>
              <a:gsLst>
                <a:gs pos="0">
                  <a:srgbClr val="C3DCFF"/>
                </a:gs>
                <a:gs pos="100000">
                  <a:srgbClr val="4284ED"/>
                </a:gs>
              </a:gsLst>
              <a:lin ang="0"/>
            </a:gradFill>
            <a:headEnd type="none" w="med" len="med"/>
            <a:tailEnd type="triangle" w="med" len="sm"/>
          </a:ln>
        </p:spPr>
      </p:cxnSp>
      <p:sp>
        <p:nvSpPr>
          <p:cNvPr id="188" name="header-ribbon-1">
            <a:extLst xmlns:a="http://schemas.openxmlformats.org/drawingml/2006/main">
              <a:ext uri="{FF2B5EF4-FFF2-40B4-BE49-F238E27FC236}">
                <a16:creationId xmlns:a16="http://schemas.microsoft.com/office/drawing/2014/main" id="{3960A575-8A2B-4523-A646-99D516DB3B60}"/>
              </a:ext>
            </a:extLst>
          </p:cNvPr>
          <p:cNvSpPr/>
          <p:nvPr/>
        </p:nvSpPr>
        <p:spPr>
          <a:xfrm xmlns:a="http://schemas.openxmlformats.org/drawingml/2006/main">
            <a:off x="7667625" y="9525"/>
            <a:ext cx="4610100" cy="6667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4F9FF"/>
              </a:gs>
              <a:gs pos="100000">
                <a:srgbClr val="E8F3FF"/>
              </a:gs>
            </a:gsLst>
            <a:lin ang="1800000"/>
          </a:gradFill>
          <a:ln xmlns:a="http://schemas.openxmlformats.org/drawingml/2006/main" w="0">
            <a:noFill/>
          </a:ln>
        </p:spPr>
      </p:sp>
      <p:sp>
        <p:nvSpPr>
          <p:cNvPr id="2" name="header-ribbon-2">
            <a:extLst xmlns:a="http://schemas.openxmlformats.org/drawingml/2006/main">
              <a:ext uri="{FF2B5EF4-FFF2-40B4-BE49-F238E27FC236}">
                <a16:creationId xmlns:a16="http://schemas.microsoft.com/office/drawing/2014/main" id="{33D6E71C-88CF-42C3-BA81-3E2579CEAEA6}"/>
              </a:ext>
            </a:extLst>
          </p:cNvPr>
          <p:cNvSpPr/>
          <p:nvPr/>
        </p:nvSpPr>
        <p:spPr>
          <a:xfrm xmlns:a="http://schemas.openxmlformats.org/drawingml/2006/main">
            <a:off x="11811000" y="0"/>
            <a:ext cx="3267075" cy="704850"/>
          </a:xfrm>
          <a:prstGeom xmlns:a="http://schemas.openxmlformats.org/drawingml/2006/main" prst="roundRect">
            <a:avLst>
              <a:gd name="adj" fmla="val 48649"/>
            </a:avLst>
          </a:prstGeom>
          <a:gradFill xmlns:a="http://schemas.openxmlformats.org/drawingml/2006/main">
            <a:gsLst>
              <a:gs pos="0">
                <a:srgbClr val="EAF4FF"/>
              </a:gs>
              <a:gs pos="100000">
                <a:srgbClr val="F6FAFF"/>
              </a:gs>
            </a:gsLst>
            <a:lin ang="1800000"/>
          </a:gradFill>
          <a:ln xmlns:a="http://schemas.openxmlformats.org/drawingml/2006/main" w="0">
            <a:noFill/>
          </a:ln>
        </p:spPr>
      </p:sp>
      <p:sp>
        <p:nvSpPr>
          <p:cNvPr id="3" name="video-watermark">
            <a:extLst xmlns:a="http://schemas.openxmlformats.org/drawingml/2006/main">
              <a:ext uri="{FF2B5EF4-FFF2-40B4-BE49-F238E27FC236}">
                <a16:creationId xmlns:a16="http://schemas.microsoft.com/office/drawing/2014/main" id="{BCE6FB65-D1EF-4071-A6BD-120F8368B180}"/>
              </a:ext>
            </a:extLst>
          </p:cNvPr>
          <p:cNvSpPr/>
          <p:nvPr/>
        </p:nvSpPr>
        <p:spPr>
          <a:xfrm xmlns:a="http://schemas.openxmlformats.org/drawingml/2006/main" rot="-960000">
            <a:off x="13515975" y="180975"/>
            <a:ext cx="1047750" cy="781050"/>
          </a:xfrm>
          <a:prstGeom xmlns:a="http://schemas.openxmlformats.org/drawingml/2006/main" prst="roundRect">
            <a:avLst>
              <a:gd name="adj" fmla="val 24390"/>
            </a:avLst>
          </a:prstGeom>
          <a:gradFill xmlns:a="http://schemas.openxmlformats.org/drawingml/2006/main">
            <a:gsLst>
              <a:gs pos="0">
                <a:srgbClr val="C4E1FF"/>
              </a:gs>
              <a:gs pos="100000">
                <a:srgbClr val="EDF6FF"/>
              </a:gs>
            </a:gsLst>
            <a:lin ang="1800000"/>
          </a:gradFill>
          <a:ln xmlns:a="http://schemas.openxmlformats.org/drawingml/2006/main" w="9525">
            <a:solidFill>
              <a:srgbClr val="D6EAFF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E2906-9F72-4CEA-8DC4-72223A753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6d92887ae451c">
            <a:extLst>
              <a:ext uri="{96DAC541-7B7A-43D3-8B79-37D633B846F1}">
                <asvg:svgBlip xmlns:asvg="http://schemas.microsoft.com/office/drawing/2016/SVG/main" r:embed="R3cfa77d2395343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92200" y="3619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0E289A-DB9C-44A5-B420-B4A1C312B8D7}"/>
              </a:ext>
            </a:extLst>
          </p:cNvPr>
          <p:cNvSpPr/>
          <p:nvPr/>
        </p:nvSpPr>
        <p:spPr>
          <a:xfrm xmlns:a="http://schemas.openxmlformats.org/drawingml/2006/main">
            <a:off x="485775" y="85725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i="1"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 i="1">
                <a:solidFill>
                  <a:srgbClr val="07152F"/>
                </a:solidFill>
              </a:defRPr>
            </a:pPr>
            <a:r>
              <a:rPr sz="4725" b="1" i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超级短视频总结</a:t>
            </a:r>
          </a:p>
        </p:txBody>
      </p:sp>
      <p:sp>
        <p:nvSpPr>
          <p:cNvPr id="6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AE89F64-DACD-4858-AE40-96D09309C93D}"/>
              </a:ext>
            </a:extLst>
          </p:cNvPr>
          <p:cNvSpPr/>
          <p:nvPr/>
        </p:nvSpPr>
        <p:spPr>
          <a:xfrm xmlns:a="http://schemas.openxmlformats.org/drawingml/2006/main">
            <a:off x="466725" y="838200"/>
            <a:ext cx="4733925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879FF"/>
              </a:gs>
              <a:gs pos="100000">
                <a:srgbClr val="FFFF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" name="推广花费-card">
            <a:extLst xmlns:a="http://schemas.openxmlformats.org/drawingml/2006/main">
              <a:ext uri="{FF2B5EF4-FFF2-40B4-BE49-F238E27FC236}">
                <a16:creationId xmlns:a16="http://schemas.microsoft.com/office/drawing/2014/main" id="{2FCA0C05-5D9D-4903-A27A-8066DC8EE25B}"/>
              </a:ext>
            </a:extLst>
          </p:cNvPr>
          <p:cNvSpPr/>
          <p:nvPr/>
        </p:nvSpPr>
        <p:spPr>
          <a:xfrm xmlns:a="http://schemas.openxmlformats.org/drawingml/2006/main">
            <a:off x="390525" y="1171575"/>
            <a:ext cx="3095625" cy="1514475"/>
          </a:xfrm>
          <a:prstGeom xmlns:a="http://schemas.openxmlformats.org/drawingml/2006/main" prst="roundRect">
            <a:avLst>
              <a:gd name="adj" fmla="val 100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FF7FF"/>
              </a:gs>
            </a:gsLst>
            <a:lin ang="1800000"/>
          </a:gradFill>
          <a:ln xmlns:a="http://schemas.openxmlformats.org/drawingml/2006/main" w="9525">
            <a:solidFill>
              <a:srgbClr val="D5E7FF"/>
            </a:solidFill>
          </a:ln>
        </p:spPr>
      </p:sp>
      <p:sp>
        <p:nvSpPr>
          <p:cNvPr id="8" name="推广花费-edge">
            <a:extLst xmlns:a="http://schemas.openxmlformats.org/drawingml/2006/main">
              <a:ext uri="{FF2B5EF4-FFF2-40B4-BE49-F238E27FC236}">
                <a16:creationId xmlns:a16="http://schemas.microsoft.com/office/drawing/2014/main" id="{FFA01C78-6FE9-454F-979D-7CFDB716EC10}"/>
              </a:ext>
            </a:extLst>
          </p:cNvPr>
          <p:cNvSpPr/>
          <p:nvPr/>
        </p:nvSpPr>
        <p:spPr>
          <a:xfrm xmlns:a="http://schemas.openxmlformats.org/drawingml/2006/main">
            <a:off x="400050" y="1343025"/>
            <a:ext cx="47625" cy="314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CF5"/>
          </a:solidFill>
          <a:ln xmlns:a="http://schemas.openxmlformats.org/drawingml/2006/main" w="0">
            <a:noFill/>
          </a:ln>
        </p:spPr>
      </p:sp>
      <p:sp>
        <p:nvSpPr>
          <p:cNvPr id="9" name="推广花费-mini-bar-0">
            <a:extLst xmlns:a="http://schemas.openxmlformats.org/drawingml/2006/main">
              <a:ext uri="{FF2B5EF4-FFF2-40B4-BE49-F238E27FC236}">
                <a16:creationId xmlns:a16="http://schemas.microsoft.com/office/drawing/2014/main" id="{0B37CB06-CE93-46A3-821C-9A56E1C72B68}"/>
              </a:ext>
            </a:extLst>
          </p:cNvPr>
          <p:cNvSpPr/>
          <p:nvPr/>
        </p:nvSpPr>
        <p:spPr>
          <a:xfrm xmlns:a="http://schemas.openxmlformats.org/drawingml/2006/main">
            <a:off x="2847975" y="2352675"/>
            <a:ext cx="114300" cy="171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EAFF"/>
          </a:solidFill>
          <a:ln xmlns:a="http://schemas.openxmlformats.org/drawingml/2006/main" w="0">
            <a:noFill/>
          </a:ln>
        </p:spPr>
      </p:sp>
      <p:sp>
        <p:nvSpPr>
          <p:cNvPr id="10" name="推广花费-mini-bar-1">
            <a:extLst xmlns:a="http://schemas.openxmlformats.org/drawingml/2006/main">
              <a:ext uri="{FF2B5EF4-FFF2-40B4-BE49-F238E27FC236}">
                <a16:creationId xmlns:a16="http://schemas.microsoft.com/office/drawing/2014/main" id="{1A72FCFC-05EC-44DC-ABD6-E3B497F9977D}"/>
              </a:ext>
            </a:extLst>
          </p:cNvPr>
          <p:cNvSpPr/>
          <p:nvPr/>
        </p:nvSpPr>
        <p:spPr>
          <a:xfrm xmlns:a="http://schemas.openxmlformats.org/drawingml/2006/main">
            <a:off x="3019425" y="2200275"/>
            <a:ext cx="11430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EAFF"/>
          </a:solidFill>
          <a:ln xmlns:a="http://schemas.openxmlformats.org/drawingml/2006/main" w="0">
            <a:noFill/>
          </a:ln>
        </p:spPr>
      </p:sp>
      <p:sp>
        <p:nvSpPr>
          <p:cNvPr id="11" name="推广花费-mini-bar-2">
            <a:extLst xmlns:a="http://schemas.openxmlformats.org/drawingml/2006/main">
              <a:ext uri="{FF2B5EF4-FFF2-40B4-BE49-F238E27FC236}">
                <a16:creationId xmlns:a16="http://schemas.microsoft.com/office/drawing/2014/main" id="{6D019023-C64E-4D2F-B08F-ED49321D4A52}"/>
              </a:ext>
            </a:extLst>
          </p:cNvPr>
          <p:cNvSpPr/>
          <p:nvPr/>
        </p:nvSpPr>
        <p:spPr>
          <a:xfrm xmlns:a="http://schemas.openxmlformats.org/drawingml/2006/main">
            <a:off x="3190875" y="2047875"/>
            <a:ext cx="114300" cy="4762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6EAFF"/>
          </a:solidFill>
          <a:ln xmlns:a="http://schemas.openxmlformats.org/drawingml/2006/main" w="0">
            <a:noFill/>
          </a:ln>
        </p:spPr>
      </p:sp>
      <p:sp>
        <p:nvSpPr>
          <p:cNvPr id="12" name="coins-badge-56-159">
            <a:extLst xmlns:a="http://schemas.openxmlformats.org/drawingml/2006/main">
              <a:ext uri="{FF2B5EF4-FFF2-40B4-BE49-F238E27FC236}">
                <a16:creationId xmlns:a16="http://schemas.microsoft.com/office/drawing/2014/main" id="{77E2DF7B-3170-4546-AE6E-70A4C6DBDD7D}"/>
              </a:ext>
            </a:extLst>
          </p:cNvPr>
          <p:cNvSpPr/>
          <p:nvPr/>
        </p:nvSpPr>
        <p:spPr>
          <a:xfrm xmlns:a="http://schemas.openxmlformats.org/drawingml/2006/main">
            <a:off x="533400" y="1514475"/>
            <a:ext cx="723900" cy="7239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7A7FF"/>
              </a:gs>
              <a:gs pos="100000">
                <a:srgbClr val="247CF5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6BF73-98FA-4489-B727-0B4215ECC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62140cf8c436c">
            <a:extLst>
              <a:ext uri="{96DAC541-7B7A-43D3-8B79-37D633B846F1}">
                <asvg:svgBlip xmlns:asvg="http://schemas.microsoft.com/office/drawing/2016/SVG/main" r:embed="R8ac166ea5e8249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8180" y="1659255"/>
            <a:ext cx="434340" cy="434340"/>
          </a:xfrm>
          <a:prstGeom xmlns:a="http://schemas.openxmlformats.org/drawingml/2006/main" prst="rect">
            <a:avLst/>
          </a:prstGeom>
        </p:spPr>
      </p:pic>
      <p:sp>
        <p:nvSpPr>
          <p:cNvPr id="14" name="推广花费-label">
            <a:extLst xmlns:a="http://schemas.openxmlformats.org/drawingml/2006/main">
              <a:ext uri="{FF2B5EF4-FFF2-40B4-BE49-F238E27FC236}">
                <a16:creationId xmlns:a16="http://schemas.microsoft.com/office/drawing/2014/main" id="{E2BD46E5-132C-4207-905F-01BBE63857B1}"/>
              </a:ext>
            </a:extLst>
          </p:cNvPr>
          <p:cNvSpPr/>
          <p:nvPr/>
        </p:nvSpPr>
        <p:spPr>
          <a:xfrm xmlns:a="http://schemas.openxmlformats.org/drawingml/2006/main">
            <a:off x="1381125" y="13525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80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推广花费</a:t>
            </a:r>
          </a:p>
        </p:txBody>
      </p:sp>
      <p:sp>
        <p:nvSpPr>
          <p:cNvPr id="15" name="推广花费-value">
            <a:extLst xmlns:a="http://schemas.openxmlformats.org/drawingml/2006/main">
              <a:ext uri="{FF2B5EF4-FFF2-40B4-BE49-F238E27FC236}">
                <a16:creationId xmlns:a16="http://schemas.microsoft.com/office/drawing/2014/main" id="{AEB5D1CF-CB2D-409A-8438-9DF122B3B208}"/>
              </a:ext>
            </a:extLst>
          </p:cNvPr>
          <p:cNvSpPr/>
          <p:nvPr/>
        </p:nvSpPr>
        <p:spPr>
          <a:xfrm xmlns:a="http://schemas.openxmlformats.org/drawingml/2006/main">
            <a:off x="1371600" y="1676400"/>
            <a:ext cx="2047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54D4"/>
                </a:solidFill>
              </a:defRPr>
            </a:pPr>
            <a:r>
              <a:rPr sz="3825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0.98万</a:t>
            </a:r>
          </a:p>
        </p:txBody>
      </p:sp>
      <p:sp>
        <p:nvSpPr>
          <p:cNvPr id="16" name="推广花费-detail">
            <a:extLst xmlns:a="http://schemas.openxmlformats.org/drawingml/2006/main">
              <a:ext uri="{FF2B5EF4-FFF2-40B4-BE49-F238E27FC236}">
                <a16:creationId xmlns:a16="http://schemas.microsoft.com/office/drawing/2014/main" id="{4461C09A-F6EE-444A-B296-F0F2857D8983}"/>
              </a:ext>
            </a:extLst>
          </p:cNvPr>
          <p:cNvSpPr/>
          <p:nvPr/>
        </p:nvSpPr>
        <p:spPr>
          <a:xfrm xmlns:a="http://schemas.openxmlformats.org/drawingml/2006/main">
            <a:off x="1390650" y="2286000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425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￥9,786.53</a:t>
            </a:r>
          </a:p>
        </p:txBody>
      </p:sp>
      <p:sp>
        <p:nvSpPr>
          <p:cNvPr id="17" name="成交笔数-card">
            <a:extLst xmlns:a="http://schemas.openxmlformats.org/drawingml/2006/main">
              <a:ext uri="{FF2B5EF4-FFF2-40B4-BE49-F238E27FC236}">
                <a16:creationId xmlns:a16="http://schemas.microsoft.com/office/drawing/2014/main" id="{CA674FD0-6D41-4536-A836-ECA2F9B9FCC9}"/>
              </a:ext>
            </a:extLst>
          </p:cNvPr>
          <p:cNvSpPr/>
          <p:nvPr/>
        </p:nvSpPr>
        <p:spPr>
          <a:xfrm xmlns:a="http://schemas.openxmlformats.org/drawingml/2006/main">
            <a:off x="3638550" y="1171575"/>
            <a:ext cx="2905125" cy="1514475"/>
          </a:xfrm>
          <a:prstGeom xmlns:a="http://schemas.openxmlformats.org/drawingml/2006/main" prst="roundRect">
            <a:avLst>
              <a:gd name="adj" fmla="val 100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F7EF"/>
              </a:gs>
            </a:gsLst>
            <a:lin ang="1800000"/>
          </a:gradFill>
          <a:ln xmlns:a="http://schemas.openxmlformats.org/drawingml/2006/main" w="9525">
            <a:solidFill>
              <a:srgbClr val="FFEAD8"/>
            </a:solidFill>
          </a:ln>
        </p:spPr>
      </p:sp>
      <p:sp>
        <p:nvSpPr>
          <p:cNvPr id="18" name="成交笔数-edge">
            <a:extLst xmlns:a="http://schemas.openxmlformats.org/drawingml/2006/main">
              <a:ext uri="{FF2B5EF4-FFF2-40B4-BE49-F238E27FC236}">
                <a16:creationId xmlns:a16="http://schemas.microsoft.com/office/drawing/2014/main" id="{5D8DE274-1805-4FF3-AE31-4403B5FFEDB1}"/>
              </a:ext>
            </a:extLst>
          </p:cNvPr>
          <p:cNvSpPr/>
          <p:nvPr/>
        </p:nvSpPr>
        <p:spPr>
          <a:xfrm xmlns:a="http://schemas.openxmlformats.org/drawingml/2006/main">
            <a:off x="3648075" y="1343025"/>
            <a:ext cx="47625" cy="314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07"/>
          </a:solidFill>
          <a:ln xmlns:a="http://schemas.openxmlformats.org/drawingml/2006/main" w="0">
            <a:noFill/>
          </a:ln>
        </p:spPr>
      </p:sp>
      <p:sp>
        <p:nvSpPr>
          <p:cNvPr id="19" name="成交笔数-mini-bar-0">
            <a:extLst xmlns:a="http://schemas.openxmlformats.org/drawingml/2006/main">
              <a:ext uri="{FF2B5EF4-FFF2-40B4-BE49-F238E27FC236}">
                <a16:creationId xmlns:a16="http://schemas.microsoft.com/office/drawing/2014/main" id="{3D41C4C7-4A45-43C5-A228-6326C00083C8}"/>
              </a:ext>
            </a:extLst>
          </p:cNvPr>
          <p:cNvSpPr/>
          <p:nvPr/>
        </p:nvSpPr>
        <p:spPr>
          <a:xfrm xmlns:a="http://schemas.openxmlformats.org/drawingml/2006/main">
            <a:off x="5905500" y="2352675"/>
            <a:ext cx="114300" cy="1714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8D4"/>
          </a:solidFill>
          <a:ln xmlns:a="http://schemas.openxmlformats.org/drawingml/2006/main" w="0">
            <a:noFill/>
          </a:ln>
        </p:spPr>
      </p:sp>
      <p:sp>
        <p:nvSpPr>
          <p:cNvPr id="20" name="成交笔数-mini-bar-1">
            <a:extLst xmlns:a="http://schemas.openxmlformats.org/drawingml/2006/main">
              <a:ext uri="{FF2B5EF4-FFF2-40B4-BE49-F238E27FC236}">
                <a16:creationId xmlns:a16="http://schemas.microsoft.com/office/drawing/2014/main" id="{04A18FEE-BB3C-47E3-9725-B959482FD65F}"/>
              </a:ext>
            </a:extLst>
          </p:cNvPr>
          <p:cNvSpPr/>
          <p:nvPr/>
        </p:nvSpPr>
        <p:spPr>
          <a:xfrm xmlns:a="http://schemas.openxmlformats.org/drawingml/2006/main">
            <a:off x="6076950" y="2200275"/>
            <a:ext cx="114300" cy="323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8D4"/>
          </a:solidFill>
          <a:ln xmlns:a="http://schemas.openxmlformats.org/drawingml/2006/main" w="0">
            <a:noFill/>
          </a:ln>
        </p:spPr>
      </p:sp>
      <p:sp>
        <p:nvSpPr>
          <p:cNvPr id="21" name="成交笔数-mini-bar-2">
            <a:extLst xmlns:a="http://schemas.openxmlformats.org/drawingml/2006/main">
              <a:ext uri="{FF2B5EF4-FFF2-40B4-BE49-F238E27FC236}">
                <a16:creationId xmlns:a16="http://schemas.microsoft.com/office/drawing/2014/main" id="{C31BA546-A97E-431E-88E9-662D009B2893}"/>
              </a:ext>
            </a:extLst>
          </p:cNvPr>
          <p:cNvSpPr/>
          <p:nvPr/>
        </p:nvSpPr>
        <p:spPr>
          <a:xfrm xmlns:a="http://schemas.openxmlformats.org/drawingml/2006/main">
            <a:off x="6248400" y="2047875"/>
            <a:ext cx="114300" cy="4762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8D4"/>
          </a:solidFill>
          <a:ln xmlns:a="http://schemas.openxmlformats.org/drawingml/2006/main" w="0">
            <a:noFill/>
          </a:ln>
        </p:spPr>
      </p:sp>
      <p:sp>
        <p:nvSpPr>
          <p:cNvPr id="22" name="cart-badge-397-159">
            <a:extLst xmlns:a="http://schemas.openxmlformats.org/drawingml/2006/main">
              <a:ext uri="{FF2B5EF4-FFF2-40B4-BE49-F238E27FC236}">
                <a16:creationId xmlns:a16="http://schemas.microsoft.com/office/drawing/2014/main" id="{0599F51D-B636-49A6-A33F-830AF8D493CF}"/>
              </a:ext>
            </a:extLst>
          </p:cNvPr>
          <p:cNvSpPr/>
          <p:nvPr/>
        </p:nvSpPr>
        <p:spPr>
          <a:xfrm xmlns:a="http://schemas.openxmlformats.org/drawingml/2006/main">
            <a:off x="3781425" y="1514475"/>
            <a:ext cx="723900" cy="7239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9828"/>
              </a:gs>
              <a:gs pos="100000">
                <a:srgbClr val="FF6207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9231F-EA10-4A50-9E7F-9CE9170F6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931017ac34dd7">
            <a:extLst>
              <a:ext uri="{96DAC541-7B7A-43D3-8B79-37D633B846F1}">
                <asvg:svgBlip xmlns:asvg="http://schemas.microsoft.com/office/drawing/2016/SVG/main" r:embed="R28098ef8f50542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26205" y="1659255"/>
            <a:ext cx="434340" cy="434340"/>
          </a:xfrm>
          <a:prstGeom xmlns:a="http://schemas.openxmlformats.org/drawingml/2006/main" prst="rect">
            <a:avLst/>
          </a:prstGeom>
        </p:spPr>
      </p:pic>
      <p:sp>
        <p:nvSpPr>
          <p:cNvPr id="24" name="成交笔数-label">
            <a:extLst xmlns:a="http://schemas.openxmlformats.org/drawingml/2006/main">
              <a:ext uri="{FF2B5EF4-FFF2-40B4-BE49-F238E27FC236}">
                <a16:creationId xmlns:a16="http://schemas.microsoft.com/office/drawing/2014/main" id="{E86B9746-2F60-4D82-868B-229916DD1041}"/>
              </a:ext>
            </a:extLst>
          </p:cNvPr>
          <p:cNvSpPr/>
          <p:nvPr/>
        </p:nvSpPr>
        <p:spPr>
          <a:xfrm xmlns:a="http://schemas.openxmlformats.org/drawingml/2006/main">
            <a:off x="4629150" y="13525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80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成交笔数</a:t>
            </a:r>
          </a:p>
        </p:txBody>
      </p:sp>
      <p:sp>
        <p:nvSpPr>
          <p:cNvPr id="25" name="成交笔数-value">
            <a:extLst xmlns:a="http://schemas.openxmlformats.org/drawingml/2006/main">
              <a:ext uri="{FF2B5EF4-FFF2-40B4-BE49-F238E27FC236}">
                <a16:creationId xmlns:a16="http://schemas.microsoft.com/office/drawing/2014/main" id="{2EB14F5D-ECB7-4381-814F-4E65958CA861}"/>
              </a:ext>
            </a:extLst>
          </p:cNvPr>
          <p:cNvSpPr/>
          <p:nvPr/>
        </p:nvSpPr>
        <p:spPr>
          <a:xfrm xmlns:a="http://schemas.openxmlformats.org/drawingml/2006/main">
            <a:off x="4619625" y="1676400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3825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51</a:t>
            </a:r>
          </a:p>
        </p:txBody>
      </p:sp>
      <p:sp>
        <p:nvSpPr>
          <p:cNvPr id="26" name="成交笔数-detail">
            <a:extLst xmlns:a="http://schemas.openxmlformats.org/drawingml/2006/main">
              <a:ext uri="{FF2B5EF4-FFF2-40B4-BE49-F238E27FC236}">
                <a16:creationId xmlns:a16="http://schemas.microsoft.com/office/drawing/2014/main" id="{BB5B92CD-E61A-4249-BEE2-6AFC1D2C9D6D}"/>
              </a:ext>
            </a:extLst>
          </p:cNvPr>
          <p:cNvSpPr/>
          <p:nvPr/>
        </p:nvSpPr>
        <p:spPr>
          <a:xfrm xmlns:a="http://schemas.openxmlformats.org/drawingml/2006/main">
            <a:off x="4638675" y="2286000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320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单笔成交成本 ￥191.89</a:t>
            </a:r>
          </a:p>
        </p:txBody>
      </p:sp>
      <p:sp>
        <p:nvSpPr>
          <p:cNvPr id="27" name="点击转化率-card">
            <a:extLst xmlns:a="http://schemas.openxmlformats.org/drawingml/2006/main">
              <a:ext uri="{FF2B5EF4-FFF2-40B4-BE49-F238E27FC236}">
                <a16:creationId xmlns:a16="http://schemas.microsoft.com/office/drawing/2014/main" id="{9532ADA1-E4D3-4E9E-85BA-F663382B3F16}"/>
              </a:ext>
            </a:extLst>
          </p:cNvPr>
          <p:cNvSpPr/>
          <p:nvPr/>
        </p:nvSpPr>
        <p:spPr>
          <a:xfrm xmlns:a="http://schemas.openxmlformats.org/drawingml/2006/main">
            <a:off x="6677025" y="1171575"/>
            <a:ext cx="3276600" cy="1514475"/>
          </a:xfrm>
          <a:prstGeom xmlns:a="http://schemas.openxmlformats.org/drawingml/2006/main" prst="roundRect">
            <a:avLst>
              <a:gd name="adj" fmla="val 1006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CECF2"/>
              </a:gs>
            </a:gsLst>
            <a:lin ang="1800000"/>
          </a:gradFill>
          <a:ln xmlns:a="http://schemas.openxmlformats.org/drawingml/2006/main" w="9525">
            <a:solidFill>
              <a:srgbClr val="FFDFEB"/>
            </a:solidFill>
          </a:ln>
        </p:spPr>
      </p:sp>
      <p:sp>
        <p:nvSpPr>
          <p:cNvPr id="28" name="点击转化率-edge">
            <a:extLst xmlns:a="http://schemas.openxmlformats.org/drawingml/2006/main">
              <a:ext uri="{FF2B5EF4-FFF2-40B4-BE49-F238E27FC236}">
                <a16:creationId xmlns:a16="http://schemas.microsoft.com/office/drawing/2014/main" id="{0F0737A7-8BBD-4E46-A303-98CFC8932B31}"/>
              </a:ext>
            </a:extLst>
          </p:cNvPr>
          <p:cNvSpPr/>
          <p:nvPr/>
        </p:nvSpPr>
        <p:spPr>
          <a:xfrm xmlns:a="http://schemas.openxmlformats.org/drawingml/2006/main">
            <a:off x="6686550" y="1343025"/>
            <a:ext cx="47625" cy="314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2061"/>
          </a:solidFill>
          <a:ln xmlns:a="http://schemas.openxmlformats.org/drawingml/2006/main" w="0">
            <a:noFill/>
          </a:ln>
        </p:spPr>
      </p:sp>
      <p:sp>
        <p:nvSpPr>
          <p:cNvPr id="29" name="cursor-badge-716-159">
            <a:extLst xmlns:a="http://schemas.openxmlformats.org/drawingml/2006/main">
              <a:ext uri="{FF2B5EF4-FFF2-40B4-BE49-F238E27FC236}">
                <a16:creationId xmlns:a16="http://schemas.microsoft.com/office/drawing/2014/main" id="{32816F97-48BA-4249-A9D3-53431DB265B6}"/>
              </a:ext>
            </a:extLst>
          </p:cNvPr>
          <p:cNvSpPr/>
          <p:nvPr/>
        </p:nvSpPr>
        <p:spPr>
          <a:xfrm xmlns:a="http://schemas.openxmlformats.org/drawingml/2006/main">
            <a:off x="6819900" y="1514475"/>
            <a:ext cx="723900" cy="7239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6897"/>
              </a:gs>
              <a:gs pos="100000">
                <a:srgbClr val="F52061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A45B7-8E9C-4B91-980F-3106B56B7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146a2040d4177">
            <a:extLst>
              <a:ext uri="{96DAC541-7B7A-43D3-8B79-37D633B846F1}">
                <asvg:svgBlip xmlns:asvg="http://schemas.microsoft.com/office/drawing/2016/SVG/main" r:embed="R07e1be2f64fe4f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64680" y="1659255"/>
            <a:ext cx="434340" cy="434340"/>
          </a:xfrm>
          <a:prstGeom xmlns:a="http://schemas.openxmlformats.org/drawingml/2006/main" prst="rect">
            <a:avLst/>
          </a:prstGeom>
        </p:spPr>
      </p:pic>
      <p:sp>
        <p:nvSpPr>
          <p:cNvPr id="31" name="点击转化率-label">
            <a:extLst xmlns:a="http://schemas.openxmlformats.org/drawingml/2006/main">
              <a:ext uri="{FF2B5EF4-FFF2-40B4-BE49-F238E27FC236}">
                <a16:creationId xmlns:a16="http://schemas.microsoft.com/office/drawing/2014/main" id="{BCDE2B48-6114-44B6-8320-38ECFD45CE37}"/>
              </a:ext>
            </a:extLst>
          </p:cNvPr>
          <p:cNvSpPr/>
          <p:nvPr/>
        </p:nvSpPr>
        <p:spPr>
          <a:xfrm xmlns:a="http://schemas.openxmlformats.org/drawingml/2006/main">
            <a:off x="7667625" y="1352550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80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点击转化率</a:t>
            </a:r>
          </a:p>
        </p:txBody>
      </p:sp>
      <p:sp>
        <p:nvSpPr>
          <p:cNvPr id="32" name="点击转化率-value">
            <a:extLst xmlns:a="http://schemas.openxmlformats.org/drawingml/2006/main">
              <a:ext uri="{FF2B5EF4-FFF2-40B4-BE49-F238E27FC236}">
                <a16:creationId xmlns:a16="http://schemas.microsoft.com/office/drawing/2014/main" id="{5954160D-65E7-4AC6-820D-FDD4D1679B81}"/>
              </a:ext>
            </a:extLst>
          </p:cNvPr>
          <p:cNvSpPr/>
          <p:nvPr/>
        </p:nvSpPr>
        <p:spPr>
          <a:xfrm xmlns:a="http://schemas.openxmlformats.org/drawingml/2006/main">
            <a:off x="7658100" y="1676400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ED0043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ED0043"/>
                </a:solidFill>
              </a:defRPr>
            </a:pPr>
            <a:r>
              <a:rPr sz="3825" b="1">
                <a:solidFill>
                  <a:srgbClr val="ED0043"/>
                </a:solidFill>
                <a:latin typeface="Noto Sans CJK SC"/>
                <a:ea typeface="Noto Sans CJK SC"/>
                <a:cs typeface="Noto Sans CJK SC"/>
              </a:rPr>
              <a:t>0.29%</a:t>
            </a:r>
          </a:p>
        </p:txBody>
      </p:sp>
      <p:sp>
        <p:nvSpPr>
          <p:cNvPr id="33" name="点击转化率-detail">
            <a:extLst xmlns:a="http://schemas.openxmlformats.org/drawingml/2006/main">
              <a:ext uri="{FF2B5EF4-FFF2-40B4-BE49-F238E27FC236}">
                <a16:creationId xmlns:a16="http://schemas.microsoft.com/office/drawing/2014/main" id="{7F4EA9C7-599E-4598-ABA0-3FD5AF206BAB}"/>
              </a:ext>
            </a:extLst>
          </p:cNvPr>
          <p:cNvSpPr/>
          <p:nvPr/>
        </p:nvSpPr>
        <p:spPr>
          <a:xfrm xmlns:a="http://schemas.openxmlformats.org/drawingml/2006/main">
            <a:off x="7677150" y="22860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425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全店整体 2.44%</a:t>
            </a:r>
          </a:p>
        </p:txBody>
      </p:sp>
      <p:sp>
        <p:nvSpPr>
          <p:cNvPr id="34" name="analysis-panel">
            <a:extLst xmlns:a="http://schemas.openxmlformats.org/drawingml/2006/main">
              <a:ext uri="{FF2B5EF4-FFF2-40B4-BE49-F238E27FC236}">
                <a16:creationId xmlns:a16="http://schemas.microsoft.com/office/drawing/2014/main" id="{E15D241A-4B06-4AD3-9358-5CB1CC42CD6D}"/>
              </a:ext>
            </a:extLst>
          </p:cNvPr>
          <p:cNvSpPr/>
          <p:nvPr/>
        </p:nvSpPr>
        <p:spPr>
          <a:xfrm xmlns:a="http://schemas.openxmlformats.org/drawingml/2006/main">
            <a:off x="390525" y="2857500"/>
            <a:ext cx="9744075" cy="4733925"/>
          </a:xfrm>
          <a:prstGeom xmlns:a="http://schemas.openxmlformats.org/drawingml/2006/main" prst="roundRect">
            <a:avLst>
              <a:gd name="adj" fmla="val 382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35" name="analysis-heading">
            <a:extLst xmlns:a="http://schemas.openxmlformats.org/drawingml/2006/main">
              <a:ext uri="{FF2B5EF4-FFF2-40B4-BE49-F238E27FC236}">
                <a16:creationId xmlns:a16="http://schemas.microsoft.com/office/drawing/2014/main" id="{351B5236-6BC7-456F-8411-F523AE769B6E}"/>
              </a:ext>
            </a:extLst>
          </p:cNvPr>
          <p:cNvSpPr/>
          <p:nvPr/>
        </p:nvSpPr>
        <p:spPr>
          <a:xfrm xmlns:a="http://schemas.openxmlformats.org/drawingml/2006/main">
            <a:off x="714375" y="2981325"/>
            <a:ext cx="438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270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流量转化分析</a:t>
            </a:r>
          </a:p>
        </p:txBody>
      </p:sp>
      <p:sp>
        <p:nvSpPr>
          <p:cNvPr id="36" name="analysis-tagline">
            <a:extLst xmlns:a="http://schemas.openxmlformats.org/drawingml/2006/main">
              <a:ext uri="{FF2B5EF4-FFF2-40B4-BE49-F238E27FC236}">
                <a16:creationId xmlns:a16="http://schemas.microsoft.com/office/drawing/2014/main" id="{DC447DC9-E0CD-41B3-A63E-A54423D13DAC}"/>
              </a:ext>
            </a:extLst>
          </p:cNvPr>
          <p:cNvSpPr/>
          <p:nvPr/>
        </p:nvSpPr>
        <p:spPr>
          <a:xfrm xmlns:a="http://schemas.openxmlformats.org/drawingml/2006/main">
            <a:off x="7239000" y="31051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 algn="r">
              <a:defRPr>
                <a:solidFill>
                  <a:srgbClr val="476397"/>
                </a:solidFill>
              </a:defRPr>
            </a:pPr>
            <a:r>
              <a:rPr sz="1575" b="1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低点击成本 · 低成交转化</a:t>
            </a:r>
          </a:p>
        </p:txBody>
      </p:sp>
      <p:sp>
        <p:nvSpPr>
          <p:cNvPr id="37" name="analysis-divider-top">
            <a:extLst xmlns:a="http://schemas.openxmlformats.org/drawingml/2006/main">
              <a:ext uri="{FF2B5EF4-FFF2-40B4-BE49-F238E27FC236}">
                <a16:creationId xmlns:a16="http://schemas.microsoft.com/office/drawing/2014/main" id="{02F2767F-F2B8-4D3A-84F5-5B0028ECBAC4}"/>
              </a:ext>
            </a:extLst>
          </p:cNvPr>
          <p:cNvSpPr/>
          <p:nvPr/>
        </p:nvSpPr>
        <p:spPr>
          <a:xfrm xmlns:a="http://schemas.openxmlformats.org/drawingml/2006/main">
            <a:off x="714375" y="3562350"/>
            <a:ext cx="9144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F"/>
          </a:solidFill>
          <a:ln xmlns:a="http://schemas.openxmlformats.org/drawingml/2006/main" w="0">
            <a:noFill/>
          </a:ln>
        </p:spPr>
      </p:sp>
      <p:sp>
        <p:nvSpPr>
          <p:cNvPr id="38" name="广告展现-surface">
            <a:extLst xmlns:a="http://schemas.openxmlformats.org/drawingml/2006/main">
              <a:ext uri="{FF2B5EF4-FFF2-40B4-BE49-F238E27FC236}">
                <a16:creationId xmlns:a16="http://schemas.microsoft.com/office/drawing/2014/main" id="{F3808744-AD47-447C-AB2D-80EC4D93FD50}"/>
              </a:ext>
            </a:extLst>
          </p:cNvPr>
          <p:cNvSpPr/>
          <p:nvPr/>
        </p:nvSpPr>
        <p:spPr>
          <a:xfrm xmlns:a="http://schemas.openxmlformats.org/drawingml/2006/main">
            <a:off x="714375" y="3810000"/>
            <a:ext cx="2466975" cy="1390650"/>
          </a:xfrm>
          <a:prstGeom xmlns:a="http://schemas.openxmlformats.org/drawingml/2006/main" prst="roundRect">
            <a:avLst>
              <a:gd name="adj" fmla="val 10959"/>
            </a:avLst>
          </a:prstGeom>
          <a:gradFill xmlns:a="http://schemas.openxmlformats.org/drawingml/2006/main">
            <a:gsLst>
              <a:gs pos="0">
                <a:srgbClr val="EAF3FF"/>
              </a:gs>
              <a:gs pos="100000">
                <a:srgbClr val="FFFFFF"/>
              </a:gs>
            </a:gsLst>
            <a:lin ang="1800000"/>
          </a:gradFill>
          <a:ln xmlns:a="http://schemas.openxmlformats.org/drawingml/2006/main" w="9525">
            <a:solidFill>
              <a:srgbClr val="EAF3FF"/>
            </a:solidFill>
          </a:ln>
        </p:spPr>
      </p:sp>
      <p:sp>
        <p:nvSpPr>
          <p:cNvPr id="39" name="eye-badge-92-420">
            <a:extLst xmlns:a="http://schemas.openxmlformats.org/drawingml/2006/main">
              <a:ext uri="{FF2B5EF4-FFF2-40B4-BE49-F238E27FC236}">
                <a16:creationId xmlns:a16="http://schemas.microsoft.com/office/drawing/2014/main" id="{756A02B9-6EDA-460F-85F3-5B85009891D4}"/>
              </a:ext>
            </a:extLst>
          </p:cNvPr>
          <p:cNvSpPr/>
          <p:nvPr/>
        </p:nvSpPr>
        <p:spPr>
          <a:xfrm xmlns:a="http://schemas.openxmlformats.org/drawingml/2006/main">
            <a:off x="876300" y="4000500"/>
            <a:ext cx="666750" cy="666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5A3FF"/>
              </a:gs>
              <a:gs pos="100000">
                <a:srgbClr val="297BF5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9CDAD0-8BC0-4D9D-A08D-2D0E141EB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4aad2e7fa42eb">
            <a:extLst>
              <a:ext uri="{96DAC541-7B7A-43D3-8B79-37D633B846F1}">
                <asvg:svgBlip xmlns:asvg="http://schemas.microsoft.com/office/drawing/2016/SVG/main" r:embed="Rccdf289b471f4a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41338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广告展现-label">
            <a:extLst xmlns:a="http://schemas.openxmlformats.org/drawingml/2006/main">
              <a:ext uri="{FF2B5EF4-FFF2-40B4-BE49-F238E27FC236}">
                <a16:creationId xmlns:a16="http://schemas.microsoft.com/office/drawing/2014/main" id="{A5893CBE-D906-4FD9-89F7-6636908A71A4}"/>
              </a:ext>
            </a:extLst>
          </p:cNvPr>
          <p:cNvSpPr/>
          <p:nvPr/>
        </p:nvSpPr>
        <p:spPr>
          <a:xfrm xmlns:a="http://schemas.openxmlformats.org/drawingml/2006/main">
            <a:off x="1685925" y="3943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65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广告展现</a:t>
            </a:r>
          </a:p>
        </p:txBody>
      </p:sp>
      <p:sp>
        <p:nvSpPr>
          <p:cNvPr id="42" name="广告展现-value">
            <a:extLst xmlns:a="http://schemas.openxmlformats.org/drawingml/2006/main">
              <a:ext uri="{FF2B5EF4-FFF2-40B4-BE49-F238E27FC236}">
                <a16:creationId xmlns:a16="http://schemas.microsoft.com/office/drawing/2014/main" id="{FBAEB93B-F144-4540-B072-991CD9D10012}"/>
              </a:ext>
            </a:extLst>
          </p:cNvPr>
          <p:cNvSpPr/>
          <p:nvPr/>
        </p:nvSpPr>
        <p:spPr>
          <a:xfrm xmlns:a="http://schemas.openxmlformats.org/drawingml/2006/main">
            <a:off x="1676400" y="4295775"/>
            <a:ext cx="1495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54D4"/>
                </a:solidFill>
              </a:defRPr>
            </a:pPr>
            <a:r>
              <a:rPr sz="3075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48.50万</a:t>
            </a:r>
          </a:p>
        </p:txBody>
      </p:sp>
      <p:sp>
        <p:nvSpPr>
          <p:cNvPr id="43" name="广告展现-detail">
            <a:extLst xmlns:a="http://schemas.openxmlformats.org/drawingml/2006/main">
              <a:ext uri="{FF2B5EF4-FFF2-40B4-BE49-F238E27FC236}">
                <a16:creationId xmlns:a16="http://schemas.microsoft.com/office/drawing/2014/main" id="{B6CB5A48-DB72-43D2-B6C4-051B2D280D17}"/>
              </a:ext>
            </a:extLst>
          </p:cNvPr>
          <p:cNvSpPr/>
          <p:nvPr/>
        </p:nvSpPr>
        <p:spPr>
          <a:xfrm xmlns:a="http://schemas.openxmlformats.org/drawingml/2006/main">
            <a:off x="1685925" y="481012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395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485,036次</a:t>
            </a:r>
          </a:p>
        </p:txBody>
      </p:sp>
      <p:sp>
        <p:nvSpPr>
          <p:cNvPr id="44" name="付费点击-surface">
            <a:extLst xmlns:a="http://schemas.openxmlformats.org/drawingml/2006/main">
              <a:ext uri="{FF2B5EF4-FFF2-40B4-BE49-F238E27FC236}">
                <a16:creationId xmlns:a16="http://schemas.microsoft.com/office/drawing/2014/main" id="{09D1C5A8-ED01-42C1-9D98-819DCE0779FB}"/>
              </a:ext>
            </a:extLst>
          </p:cNvPr>
          <p:cNvSpPr/>
          <p:nvPr/>
        </p:nvSpPr>
        <p:spPr>
          <a:xfrm xmlns:a="http://schemas.openxmlformats.org/drawingml/2006/main">
            <a:off x="4152900" y="3810000"/>
            <a:ext cx="2466975" cy="1390650"/>
          </a:xfrm>
          <a:prstGeom xmlns:a="http://schemas.openxmlformats.org/drawingml/2006/main" prst="roundRect">
            <a:avLst>
              <a:gd name="adj" fmla="val 10959"/>
            </a:avLst>
          </a:prstGeom>
          <a:gradFill xmlns:a="http://schemas.openxmlformats.org/drawingml/2006/main">
            <a:gsLst>
              <a:gs pos="0">
                <a:srgbClr val="EFF7FF"/>
              </a:gs>
              <a:gs pos="100000">
                <a:srgbClr val="FFFFFF"/>
              </a:gs>
            </a:gsLst>
            <a:lin ang="1800000"/>
          </a:gradFill>
          <a:ln xmlns:a="http://schemas.openxmlformats.org/drawingml/2006/main" w="9525">
            <a:solidFill>
              <a:srgbClr val="EFF7FF"/>
            </a:solidFill>
          </a:ln>
        </p:spPr>
      </p:sp>
      <p:sp>
        <p:nvSpPr>
          <p:cNvPr id="45" name="cursor-badge-453-420">
            <a:extLst xmlns:a="http://schemas.openxmlformats.org/drawingml/2006/main">
              <a:ext uri="{FF2B5EF4-FFF2-40B4-BE49-F238E27FC236}">
                <a16:creationId xmlns:a16="http://schemas.microsoft.com/office/drawing/2014/main" id="{D2CFDE30-6713-4DD3-A15B-9BDB5A21BEBA}"/>
              </a:ext>
            </a:extLst>
          </p:cNvPr>
          <p:cNvSpPr/>
          <p:nvPr/>
        </p:nvSpPr>
        <p:spPr>
          <a:xfrm xmlns:a="http://schemas.openxmlformats.org/drawingml/2006/main">
            <a:off x="4314825" y="4000500"/>
            <a:ext cx="666750" cy="666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5A3FF"/>
              </a:gs>
              <a:gs pos="100000">
                <a:srgbClr val="297BF5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E7D260-DF8A-43AB-ACD4-6330EB559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d3601bdf74239">
            <a:extLst>
              <a:ext uri="{96DAC541-7B7A-43D3-8B79-37D633B846F1}">
                <asvg:svgBlip xmlns:asvg="http://schemas.microsoft.com/office/drawing/2016/SVG/main" r:embed="R0e269635c1ef4b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41338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7" name="付费点击-label">
            <a:extLst xmlns:a="http://schemas.openxmlformats.org/drawingml/2006/main">
              <a:ext uri="{FF2B5EF4-FFF2-40B4-BE49-F238E27FC236}">
                <a16:creationId xmlns:a16="http://schemas.microsoft.com/office/drawing/2014/main" id="{E23560EA-3537-4BB8-8C75-BDEAB72487F4}"/>
              </a:ext>
            </a:extLst>
          </p:cNvPr>
          <p:cNvSpPr/>
          <p:nvPr/>
        </p:nvSpPr>
        <p:spPr>
          <a:xfrm xmlns:a="http://schemas.openxmlformats.org/drawingml/2006/main">
            <a:off x="5124450" y="3943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65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付费点击</a:t>
            </a:r>
          </a:p>
        </p:txBody>
      </p:sp>
      <p:sp>
        <p:nvSpPr>
          <p:cNvPr id="48" name="付费点击-value">
            <a:extLst xmlns:a="http://schemas.openxmlformats.org/drawingml/2006/main">
              <a:ext uri="{FF2B5EF4-FFF2-40B4-BE49-F238E27FC236}">
                <a16:creationId xmlns:a16="http://schemas.microsoft.com/office/drawing/2014/main" id="{8E804E84-6CEC-4AED-8613-E9C774CCAA17}"/>
              </a:ext>
            </a:extLst>
          </p:cNvPr>
          <p:cNvSpPr/>
          <p:nvPr/>
        </p:nvSpPr>
        <p:spPr>
          <a:xfrm xmlns:a="http://schemas.openxmlformats.org/drawingml/2006/main">
            <a:off x="5114925" y="4295775"/>
            <a:ext cx="1495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54D4"/>
                </a:solidFill>
              </a:defRPr>
            </a:pPr>
            <a:r>
              <a:rPr sz="3225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17,494</a:t>
            </a:r>
          </a:p>
        </p:txBody>
      </p:sp>
      <p:sp>
        <p:nvSpPr>
          <p:cNvPr id="49" name="付费点击-detail">
            <a:extLst xmlns:a="http://schemas.openxmlformats.org/drawingml/2006/main">
              <a:ext uri="{FF2B5EF4-FFF2-40B4-BE49-F238E27FC236}">
                <a16:creationId xmlns:a16="http://schemas.microsoft.com/office/drawing/2014/main" id="{1C0711CA-C783-403A-B42C-4F1C781EFFF4}"/>
              </a:ext>
            </a:extLst>
          </p:cNvPr>
          <p:cNvSpPr/>
          <p:nvPr/>
        </p:nvSpPr>
        <p:spPr>
          <a:xfrm xmlns:a="http://schemas.openxmlformats.org/drawingml/2006/main">
            <a:off x="5124450" y="4810125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395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点击成本 ￥0.56</a:t>
            </a:r>
          </a:p>
        </p:txBody>
      </p:sp>
      <p:sp>
        <p:nvSpPr>
          <p:cNvPr id="50" name="成交-surface">
            <a:extLst xmlns:a="http://schemas.openxmlformats.org/drawingml/2006/main">
              <a:ext uri="{FF2B5EF4-FFF2-40B4-BE49-F238E27FC236}">
                <a16:creationId xmlns:a16="http://schemas.microsoft.com/office/drawing/2014/main" id="{7D1F31CC-9E2A-424E-9E12-EED2B5D14F2C}"/>
              </a:ext>
            </a:extLst>
          </p:cNvPr>
          <p:cNvSpPr/>
          <p:nvPr/>
        </p:nvSpPr>
        <p:spPr>
          <a:xfrm xmlns:a="http://schemas.openxmlformats.org/drawingml/2006/main">
            <a:off x="7410450" y="3810000"/>
            <a:ext cx="2476500" cy="1390650"/>
          </a:xfrm>
          <a:prstGeom xmlns:a="http://schemas.openxmlformats.org/drawingml/2006/main" prst="roundRect">
            <a:avLst>
              <a:gd name="adj" fmla="val 10959"/>
            </a:avLst>
          </a:prstGeom>
          <a:gradFill xmlns:a="http://schemas.openxmlformats.org/drawingml/2006/main">
            <a:gsLst>
              <a:gs pos="0">
                <a:srgbClr val="FFF0F4"/>
              </a:gs>
              <a:gs pos="100000">
                <a:srgbClr val="FFFFFF"/>
              </a:gs>
            </a:gsLst>
            <a:lin ang="1800000"/>
          </a:gradFill>
          <a:ln xmlns:a="http://schemas.openxmlformats.org/drawingml/2006/main" w="9525">
            <a:solidFill>
              <a:srgbClr val="FFF0F4"/>
            </a:solidFill>
          </a:ln>
        </p:spPr>
      </p:sp>
      <p:sp>
        <p:nvSpPr>
          <p:cNvPr id="51" name="cart-badge-795-420">
            <a:extLst xmlns:a="http://schemas.openxmlformats.org/drawingml/2006/main">
              <a:ext uri="{FF2B5EF4-FFF2-40B4-BE49-F238E27FC236}">
                <a16:creationId xmlns:a16="http://schemas.microsoft.com/office/drawing/2014/main" id="{F9AFD31C-9563-402F-9CFE-F0A1A27D4FB5}"/>
              </a:ext>
            </a:extLst>
          </p:cNvPr>
          <p:cNvSpPr/>
          <p:nvPr/>
        </p:nvSpPr>
        <p:spPr>
          <a:xfrm xmlns:a="http://schemas.openxmlformats.org/drawingml/2006/main">
            <a:off x="7572375" y="4000500"/>
            <a:ext cx="666750" cy="666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687D"/>
              </a:gs>
              <a:gs pos="100000">
                <a:srgbClr val="F11E45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2387C6-F445-4E64-819F-13B959C74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bfbec70be4900">
            <a:extLst>
              <a:ext uri="{96DAC541-7B7A-43D3-8B79-37D633B846F1}">
                <asvg:svgBlip xmlns:asvg="http://schemas.microsoft.com/office/drawing/2016/SVG/main" r:embed="Raa48a4f5dcad43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5725" y="41338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3" name="成交-label">
            <a:extLst xmlns:a="http://schemas.openxmlformats.org/drawingml/2006/main">
              <a:ext uri="{FF2B5EF4-FFF2-40B4-BE49-F238E27FC236}">
                <a16:creationId xmlns:a16="http://schemas.microsoft.com/office/drawing/2014/main" id="{CFE661C3-EF18-4197-B029-7BA3D7E98CC6}"/>
              </a:ext>
            </a:extLst>
          </p:cNvPr>
          <p:cNvSpPr/>
          <p:nvPr/>
        </p:nvSpPr>
        <p:spPr>
          <a:xfrm xmlns:a="http://schemas.openxmlformats.org/drawingml/2006/main">
            <a:off x="8382000" y="39433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65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成交</a:t>
            </a:r>
          </a:p>
        </p:txBody>
      </p:sp>
      <p:sp>
        <p:nvSpPr>
          <p:cNvPr id="54" name="成交-value">
            <a:extLst xmlns:a="http://schemas.openxmlformats.org/drawingml/2006/main">
              <a:ext uri="{FF2B5EF4-FFF2-40B4-BE49-F238E27FC236}">
                <a16:creationId xmlns:a16="http://schemas.microsoft.com/office/drawing/2014/main" id="{F42D5C02-B4D1-4C34-9212-CAEFDFCEDCA1}"/>
              </a:ext>
            </a:extLst>
          </p:cNvPr>
          <p:cNvSpPr/>
          <p:nvPr/>
        </p:nvSpPr>
        <p:spPr>
          <a:xfrm xmlns:a="http://schemas.openxmlformats.org/drawingml/2006/main">
            <a:off x="8372475" y="4295775"/>
            <a:ext cx="1504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ED0043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ED0043"/>
                </a:solidFill>
              </a:defRPr>
            </a:pPr>
            <a:r>
              <a:rPr sz="3225" b="1">
                <a:solidFill>
                  <a:srgbClr val="ED0043"/>
                </a:solidFill>
                <a:latin typeface="Noto Sans CJK SC"/>
                <a:ea typeface="Noto Sans CJK SC"/>
                <a:cs typeface="Noto Sans CJK SC"/>
              </a:rPr>
              <a:t>51笔</a:t>
            </a:r>
          </a:p>
        </p:txBody>
      </p:sp>
      <p:sp>
        <p:nvSpPr>
          <p:cNvPr id="55" name="成交-detail">
            <a:extLst xmlns:a="http://schemas.openxmlformats.org/drawingml/2006/main">
              <a:ext uri="{FF2B5EF4-FFF2-40B4-BE49-F238E27FC236}">
                <a16:creationId xmlns:a16="http://schemas.microsoft.com/office/drawing/2014/main" id="{1045DD43-D9DA-4D86-BAA7-0D489C00DD47}"/>
              </a:ext>
            </a:extLst>
          </p:cNvPr>
          <p:cNvSpPr/>
          <p:nvPr/>
        </p:nvSpPr>
        <p:spPr>
          <a:xfrm xmlns:a="http://schemas.openxmlformats.org/drawingml/2006/main">
            <a:off x="8382000" y="4810125"/>
            <a:ext cx="148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395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成交成本 ￥191.89</a:t>
            </a:r>
          </a:p>
        </p:txBody>
      </p:sp>
      <p:sp>
        <p:nvSpPr>
          <p:cNvPr id="56" name="flow-1-rate-label">
            <a:extLst xmlns:a="http://schemas.openxmlformats.org/drawingml/2006/main">
              <a:ext uri="{FF2B5EF4-FFF2-40B4-BE49-F238E27FC236}">
                <a16:creationId xmlns:a16="http://schemas.microsoft.com/office/drawing/2014/main" id="{21A446B2-7CFE-4755-949A-D0419B457DC6}"/>
              </a:ext>
            </a:extLst>
          </p:cNvPr>
          <p:cNvSpPr/>
          <p:nvPr/>
        </p:nvSpPr>
        <p:spPr>
          <a:xfrm xmlns:a="http://schemas.openxmlformats.org/drawingml/2006/main">
            <a:off x="3352800" y="39528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0754D4"/>
                </a:solidFill>
              </a:defRPr>
            </a:pPr>
            <a:r>
              <a:rPr sz="1238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点击率</a:t>
            </a:r>
          </a:p>
        </p:txBody>
      </p:sp>
      <p:sp>
        <p:nvSpPr>
          <p:cNvPr id="57" name="flow-1-rate-value">
            <a:extLst xmlns:a="http://schemas.openxmlformats.org/drawingml/2006/main">
              <a:ext uri="{FF2B5EF4-FFF2-40B4-BE49-F238E27FC236}">
                <a16:creationId xmlns:a16="http://schemas.microsoft.com/office/drawing/2014/main" id="{A41EFF88-B52C-43A0-84A8-55B195189008}"/>
              </a:ext>
            </a:extLst>
          </p:cNvPr>
          <p:cNvSpPr/>
          <p:nvPr/>
        </p:nvSpPr>
        <p:spPr>
          <a:xfrm xmlns:a="http://schemas.openxmlformats.org/drawingml/2006/main">
            <a:off x="3352800" y="4143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0754D4"/>
                </a:solidFill>
              </a:defRPr>
            </a:pPr>
            <a:r>
              <a:rPr sz="1238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3.61%</a:t>
            </a:r>
          </a:p>
        </p:txBody>
      </p:sp>
      <p:sp>
        <p:nvSpPr>
          <p:cNvPr id="58" name="arrow-1-source">
            <a:extLst xmlns:a="http://schemas.openxmlformats.org/drawingml/2006/main">
              <a:ext uri="{FF2B5EF4-FFF2-40B4-BE49-F238E27FC236}">
                <a16:creationId xmlns:a16="http://schemas.microsoft.com/office/drawing/2014/main" id="{91D6CFF9-FB4B-4931-8C4A-3FC37F29E46E}"/>
              </a:ext>
            </a:extLst>
          </p:cNvPr>
          <p:cNvSpPr/>
          <p:nvPr/>
        </p:nvSpPr>
        <p:spPr>
          <a:xfrm xmlns:a="http://schemas.openxmlformats.org/drawingml/2006/main">
            <a:off x="3467100" y="4629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arrow-1-target">
            <a:extLst xmlns:a="http://schemas.openxmlformats.org/drawingml/2006/main">
              <a:ext uri="{FF2B5EF4-FFF2-40B4-BE49-F238E27FC236}">
                <a16:creationId xmlns:a16="http://schemas.microsoft.com/office/drawing/2014/main" id="{009E21B8-205F-4E16-BDF9-091C4F80C754}"/>
              </a:ext>
            </a:extLst>
          </p:cNvPr>
          <p:cNvSpPr/>
          <p:nvPr/>
        </p:nvSpPr>
        <p:spPr>
          <a:xfrm xmlns:a="http://schemas.openxmlformats.org/drawingml/2006/main">
            <a:off x="3743325" y="4629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flow-2-rate-label">
            <a:extLst xmlns:a="http://schemas.openxmlformats.org/drawingml/2006/main">
              <a:ext uri="{FF2B5EF4-FFF2-40B4-BE49-F238E27FC236}">
                <a16:creationId xmlns:a16="http://schemas.microsoft.com/office/drawing/2014/main" id="{C8635277-2D5F-4E74-BFA1-431A50175E2C}"/>
              </a:ext>
            </a:extLst>
          </p:cNvPr>
          <p:cNvSpPr/>
          <p:nvPr/>
        </p:nvSpPr>
        <p:spPr>
          <a:xfrm xmlns:a="http://schemas.openxmlformats.org/drawingml/2006/main">
            <a:off x="6753225" y="39528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ED0043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ED0043"/>
                </a:solidFill>
              </a:defRPr>
            </a:pPr>
            <a:r>
              <a:rPr sz="1238" b="1">
                <a:solidFill>
                  <a:srgbClr val="ED0043"/>
                </a:solidFill>
                <a:latin typeface="Noto Sans CJK SC"/>
                <a:ea typeface="Noto Sans CJK SC"/>
                <a:cs typeface="Noto Sans CJK SC"/>
              </a:rPr>
              <a:t>转化率</a:t>
            </a:r>
          </a:p>
        </p:txBody>
      </p:sp>
      <p:sp>
        <p:nvSpPr>
          <p:cNvPr id="62" name="flow-2-rate-value">
            <a:extLst xmlns:a="http://schemas.openxmlformats.org/drawingml/2006/main">
              <a:ext uri="{FF2B5EF4-FFF2-40B4-BE49-F238E27FC236}">
                <a16:creationId xmlns:a16="http://schemas.microsoft.com/office/drawing/2014/main" id="{3FF5DAB3-06BD-49B7-A2D3-0A409961CB79}"/>
              </a:ext>
            </a:extLst>
          </p:cNvPr>
          <p:cNvSpPr/>
          <p:nvPr/>
        </p:nvSpPr>
        <p:spPr>
          <a:xfrm xmlns:a="http://schemas.openxmlformats.org/drawingml/2006/main">
            <a:off x="6753225" y="4143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ED0043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ED0043"/>
                </a:solidFill>
              </a:defRPr>
            </a:pPr>
            <a:r>
              <a:rPr sz="1238" b="1">
                <a:solidFill>
                  <a:srgbClr val="ED0043"/>
                </a:solidFill>
                <a:latin typeface="Noto Sans CJK SC"/>
                <a:ea typeface="Noto Sans CJK SC"/>
                <a:cs typeface="Noto Sans CJK SC"/>
              </a:rPr>
              <a:t>0.29%</a:t>
            </a:r>
          </a:p>
        </p:txBody>
      </p:sp>
      <p:sp>
        <p:nvSpPr>
          <p:cNvPr id="63" name="arrow-2-source">
            <a:extLst xmlns:a="http://schemas.openxmlformats.org/drawingml/2006/main">
              <a:ext uri="{FF2B5EF4-FFF2-40B4-BE49-F238E27FC236}">
                <a16:creationId xmlns:a16="http://schemas.microsoft.com/office/drawing/2014/main" id="{534C2306-67E2-4963-AF3C-0EDCC00B5E8B}"/>
              </a:ext>
            </a:extLst>
          </p:cNvPr>
          <p:cNvSpPr/>
          <p:nvPr/>
        </p:nvSpPr>
        <p:spPr>
          <a:xfrm xmlns:a="http://schemas.openxmlformats.org/drawingml/2006/main">
            <a:off x="6867525" y="4629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arrow-2-target">
            <a:extLst xmlns:a="http://schemas.openxmlformats.org/drawingml/2006/main">
              <a:ext uri="{FF2B5EF4-FFF2-40B4-BE49-F238E27FC236}">
                <a16:creationId xmlns:a16="http://schemas.microsoft.com/office/drawing/2014/main" id="{1E94F408-364C-4C55-BF62-0CBC7E19962B}"/>
              </a:ext>
            </a:extLst>
          </p:cNvPr>
          <p:cNvSpPr/>
          <p:nvPr/>
        </p:nvSpPr>
        <p:spPr>
          <a:xfrm xmlns:a="http://schemas.openxmlformats.org/drawingml/2006/main">
            <a:off x="7143750" y="4629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analysis-divider-bottom">
            <a:extLst xmlns:a="http://schemas.openxmlformats.org/drawingml/2006/main">
              <a:ext uri="{FF2B5EF4-FFF2-40B4-BE49-F238E27FC236}">
                <a16:creationId xmlns:a16="http://schemas.microsoft.com/office/drawing/2014/main" id="{3FCEE57F-E9B0-4556-9C04-D0BA668EF09F}"/>
              </a:ext>
            </a:extLst>
          </p:cNvPr>
          <p:cNvSpPr/>
          <p:nvPr/>
        </p:nvSpPr>
        <p:spPr>
          <a:xfrm xmlns:a="http://schemas.openxmlformats.org/drawingml/2006/main">
            <a:off x="714375" y="5410200"/>
            <a:ext cx="9144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F"/>
          </a:solidFill>
          <a:ln xmlns:a="http://schemas.openxmlformats.org/drawingml/2006/main" w="0">
            <a:noFill/>
          </a:ln>
        </p:spPr>
      </p:sp>
      <p:sp>
        <p:nvSpPr>
          <p:cNvPr id="67" name="contribution-heading">
            <a:extLst xmlns:a="http://schemas.openxmlformats.org/drawingml/2006/main">
              <a:ext uri="{FF2B5EF4-FFF2-40B4-BE49-F238E27FC236}">
                <a16:creationId xmlns:a16="http://schemas.microsoft.com/office/drawing/2014/main" id="{51F76B43-58A4-4C04-86E2-F017DC753A66}"/>
              </a:ext>
            </a:extLst>
          </p:cNvPr>
          <p:cNvSpPr/>
          <p:nvPr/>
        </p:nvSpPr>
        <p:spPr>
          <a:xfrm xmlns:a="http://schemas.openxmlformats.org/drawingml/2006/main">
            <a:off x="714375" y="55054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2175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对全店推广的贡献占比</a:t>
            </a:r>
          </a:p>
        </p:txBody>
      </p:sp>
      <p:sp>
        <p:nvSpPr>
          <p:cNvPr id="68" name="点击量占比-icon-bg">
            <a:extLst xmlns:a="http://schemas.openxmlformats.org/drawingml/2006/main">
              <a:ext uri="{FF2B5EF4-FFF2-40B4-BE49-F238E27FC236}">
                <a16:creationId xmlns:a16="http://schemas.microsoft.com/office/drawing/2014/main" id="{8F4FDA45-2141-4DE4-8C28-D8407D059C09}"/>
              </a:ext>
            </a:extLst>
          </p:cNvPr>
          <p:cNvSpPr/>
          <p:nvPr/>
        </p:nvSpPr>
        <p:spPr>
          <a:xfrm xmlns:a="http://schemas.openxmlformats.org/drawingml/2006/main">
            <a:off x="714375" y="6048375"/>
            <a:ext cx="4191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A08515-5064-4E59-95B4-50F227D487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e416552894b4a">
            <a:extLst>
              <a:ext uri="{96DAC541-7B7A-43D3-8B79-37D633B846F1}">
                <asvg:svgBlip xmlns:asvg="http://schemas.microsoft.com/office/drawing/2016/SVG/main" r:embed="R3bc6371097154d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" y="60864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0" name="点击量占比-label">
            <a:extLst xmlns:a="http://schemas.openxmlformats.org/drawingml/2006/main">
              <a:ext uri="{FF2B5EF4-FFF2-40B4-BE49-F238E27FC236}">
                <a16:creationId xmlns:a16="http://schemas.microsoft.com/office/drawing/2014/main" id="{48568148-6BBB-4E70-9A91-C77ACCB20427}"/>
              </a:ext>
            </a:extLst>
          </p:cNvPr>
          <p:cNvSpPr/>
          <p:nvPr/>
        </p:nvSpPr>
        <p:spPr>
          <a:xfrm xmlns:a="http://schemas.openxmlformats.org/drawingml/2006/main">
            <a:off x="1333500" y="6057900"/>
            <a:ext cx="162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650" b="1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点击量占比</a:t>
            </a:r>
          </a:p>
        </p:txBody>
      </p:sp>
      <p:sp>
        <p:nvSpPr>
          <p:cNvPr id="71" name="点击量占比-track">
            <a:extLst xmlns:a="http://schemas.openxmlformats.org/drawingml/2006/main">
              <a:ext uri="{FF2B5EF4-FFF2-40B4-BE49-F238E27FC236}">
                <a16:creationId xmlns:a16="http://schemas.microsoft.com/office/drawing/2014/main" id="{043B9706-71BD-4654-BFA2-E4E5232CE2D7}"/>
              </a:ext>
            </a:extLst>
          </p:cNvPr>
          <p:cNvSpPr/>
          <p:nvPr/>
        </p:nvSpPr>
        <p:spPr>
          <a:xfrm xmlns:a="http://schemas.openxmlformats.org/drawingml/2006/main">
            <a:off x="2886075" y="6124575"/>
            <a:ext cx="5781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0">
            <a:noFill/>
          </a:ln>
        </p:spPr>
      </p:sp>
      <p:sp>
        <p:nvSpPr>
          <p:cNvPr id="72" name="点击量占比-bar">
            <a:extLst xmlns:a="http://schemas.openxmlformats.org/drawingml/2006/main">
              <a:ext uri="{FF2B5EF4-FFF2-40B4-BE49-F238E27FC236}">
                <a16:creationId xmlns:a16="http://schemas.microsoft.com/office/drawing/2014/main" id="{22B3B118-D135-43C1-9303-8A8CB03C36F1}"/>
              </a:ext>
            </a:extLst>
          </p:cNvPr>
          <p:cNvSpPr/>
          <p:nvPr/>
        </p:nvSpPr>
        <p:spPr>
          <a:xfrm xmlns:a="http://schemas.openxmlformats.org/drawingml/2006/main">
            <a:off x="2886075" y="6124575"/>
            <a:ext cx="3905250" cy="228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C7BE9"/>
              </a:gs>
              <a:gs pos="100000">
                <a:srgbClr val="0757CF"/>
              </a:gs>
            </a:gsLst>
            <a:lin ang="1800000"/>
          </a:gradFill>
          <a:ln xmlns:a="http://schemas.openxmlformats.org/drawingml/2006/main" w="0">
            <a:noFill/>
          </a:ln>
        </p:spPr>
      </p:sp>
      <p:sp>
        <p:nvSpPr>
          <p:cNvPr id="73" name="点击量占比-value">
            <a:extLst xmlns:a="http://schemas.openxmlformats.org/drawingml/2006/main">
              <a:ext uri="{FF2B5EF4-FFF2-40B4-BE49-F238E27FC236}">
                <a16:creationId xmlns:a16="http://schemas.microsoft.com/office/drawing/2014/main" id="{2B9E0B0F-D287-47E5-8C5E-3438016A50F9}"/>
              </a:ext>
            </a:extLst>
          </p:cNvPr>
          <p:cNvSpPr/>
          <p:nvPr/>
        </p:nvSpPr>
        <p:spPr>
          <a:xfrm xmlns:a="http://schemas.openxmlformats.org/drawingml/2006/main">
            <a:off x="8877300" y="6019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>
                <a:solidFill>
                  <a:srgbClr val="0754D4"/>
                </a:solidFill>
              </a:defRPr>
            </a:defPPr>
          </a:lstStyle>
          <a:p xmlns:a="http://schemas.openxmlformats.org/drawingml/2006/main">
            <a:pPr algn="r">
              <a:defRPr>
                <a:solidFill>
                  <a:srgbClr val="0754D4"/>
                </a:solidFill>
              </a:defRPr>
            </a:pPr>
            <a:r>
              <a:rPr sz="2250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29.5%</a:t>
            </a:r>
          </a:p>
        </p:txBody>
      </p:sp>
      <p:sp>
        <p:nvSpPr>
          <p:cNvPr id="74" name="花费占比-icon-bg">
            <a:extLst xmlns:a="http://schemas.openxmlformats.org/drawingml/2006/main">
              <a:ext uri="{FF2B5EF4-FFF2-40B4-BE49-F238E27FC236}">
                <a16:creationId xmlns:a16="http://schemas.microsoft.com/office/drawing/2014/main" id="{0E3659DE-B273-40D4-87C3-11DB05A334CE}"/>
              </a:ext>
            </a:extLst>
          </p:cNvPr>
          <p:cNvSpPr/>
          <p:nvPr/>
        </p:nvSpPr>
        <p:spPr>
          <a:xfrm xmlns:a="http://schemas.openxmlformats.org/drawingml/2006/main">
            <a:off x="714375" y="6534150"/>
            <a:ext cx="4191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69A9D5C-DA6F-4947-9E0C-D7D26414D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20f4eb1d54a6b">
            <a:extLst>
              <a:ext uri="{96DAC541-7B7A-43D3-8B79-37D633B846F1}">
                <asvg:svgBlip xmlns:asvg="http://schemas.microsoft.com/office/drawing/2016/SVG/main" r:embed="R948132450de94e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" y="65722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6" name="花费占比-label">
            <a:extLst xmlns:a="http://schemas.openxmlformats.org/drawingml/2006/main">
              <a:ext uri="{FF2B5EF4-FFF2-40B4-BE49-F238E27FC236}">
                <a16:creationId xmlns:a16="http://schemas.microsoft.com/office/drawing/2014/main" id="{A0E39030-8692-44EB-B9AD-55331EBD2FA6}"/>
              </a:ext>
            </a:extLst>
          </p:cNvPr>
          <p:cNvSpPr/>
          <p:nvPr/>
        </p:nvSpPr>
        <p:spPr>
          <a:xfrm xmlns:a="http://schemas.openxmlformats.org/drawingml/2006/main">
            <a:off x="1333500" y="6543675"/>
            <a:ext cx="162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650" b="1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花费占比</a:t>
            </a:r>
          </a:p>
        </p:txBody>
      </p:sp>
      <p:sp>
        <p:nvSpPr>
          <p:cNvPr id="77" name="花费占比-track">
            <a:extLst xmlns:a="http://schemas.openxmlformats.org/drawingml/2006/main">
              <a:ext uri="{FF2B5EF4-FFF2-40B4-BE49-F238E27FC236}">
                <a16:creationId xmlns:a16="http://schemas.microsoft.com/office/drawing/2014/main" id="{B3594F16-680B-4D58-92CD-3A23E43BCF26}"/>
              </a:ext>
            </a:extLst>
          </p:cNvPr>
          <p:cNvSpPr/>
          <p:nvPr/>
        </p:nvSpPr>
        <p:spPr>
          <a:xfrm xmlns:a="http://schemas.openxmlformats.org/drawingml/2006/main">
            <a:off x="2886075" y="6610350"/>
            <a:ext cx="5781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0">
            <a:noFill/>
          </a:ln>
        </p:spPr>
      </p:sp>
      <p:sp>
        <p:nvSpPr>
          <p:cNvPr id="78" name="花费占比-bar">
            <a:extLst xmlns:a="http://schemas.openxmlformats.org/drawingml/2006/main">
              <a:ext uri="{FF2B5EF4-FFF2-40B4-BE49-F238E27FC236}">
                <a16:creationId xmlns:a16="http://schemas.microsoft.com/office/drawing/2014/main" id="{52CBFB40-FFE6-47A5-B415-4021A6A59B00}"/>
              </a:ext>
            </a:extLst>
          </p:cNvPr>
          <p:cNvSpPr/>
          <p:nvPr/>
        </p:nvSpPr>
        <p:spPr>
          <a:xfrm xmlns:a="http://schemas.openxmlformats.org/drawingml/2006/main">
            <a:off x="2886075" y="6610350"/>
            <a:ext cx="1133475" cy="228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8CA9D9"/>
              </a:gs>
              <a:gs pos="100000">
                <a:srgbClr val="7298D8"/>
              </a:gs>
            </a:gsLst>
            <a:lin ang="1800000"/>
          </a:gradFill>
          <a:ln xmlns:a="http://schemas.openxmlformats.org/drawingml/2006/main" w="0">
            <a:noFill/>
          </a:ln>
        </p:spPr>
      </p:sp>
      <p:sp>
        <p:nvSpPr>
          <p:cNvPr id="79" name="花费占比-value">
            <a:extLst xmlns:a="http://schemas.openxmlformats.org/drawingml/2006/main">
              <a:ext uri="{FF2B5EF4-FFF2-40B4-BE49-F238E27FC236}">
                <a16:creationId xmlns:a16="http://schemas.microsoft.com/office/drawing/2014/main" id="{83F15C25-7009-4B9C-8E6C-04784CCD02BC}"/>
              </a:ext>
            </a:extLst>
          </p:cNvPr>
          <p:cNvSpPr/>
          <p:nvPr/>
        </p:nvSpPr>
        <p:spPr>
          <a:xfrm xmlns:a="http://schemas.openxmlformats.org/drawingml/2006/main">
            <a:off x="8877300" y="650557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>
                <a:solidFill>
                  <a:srgbClr val="7E9BCF"/>
                </a:solidFill>
              </a:defRPr>
            </a:defPPr>
          </a:lstStyle>
          <a:p xmlns:a="http://schemas.openxmlformats.org/drawingml/2006/main">
            <a:pPr algn="r">
              <a:defRPr>
                <a:solidFill>
                  <a:srgbClr val="7E9BCF"/>
                </a:solidFill>
              </a:defRPr>
            </a:pPr>
            <a:r>
              <a:rPr sz="2250" b="1">
                <a:solidFill>
                  <a:srgbClr val="7E9BCF"/>
                </a:solidFill>
                <a:latin typeface="Noto Sans CJK SC"/>
                <a:ea typeface="Noto Sans CJK SC"/>
                <a:cs typeface="Noto Sans CJK SC"/>
              </a:rPr>
              <a:t>7.1%</a:t>
            </a:r>
          </a:p>
        </p:txBody>
      </p:sp>
      <p:sp>
        <p:nvSpPr>
          <p:cNvPr id="80" name="成交金额占比-icon-bg">
            <a:extLst xmlns:a="http://schemas.openxmlformats.org/drawingml/2006/main">
              <a:ext uri="{FF2B5EF4-FFF2-40B4-BE49-F238E27FC236}">
                <a16:creationId xmlns:a16="http://schemas.microsoft.com/office/drawing/2014/main" id="{A2C2AF47-0EEE-418F-9FA1-F23B29B2DF4B}"/>
              </a:ext>
            </a:extLst>
          </p:cNvPr>
          <p:cNvSpPr/>
          <p:nvPr/>
        </p:nvSpPr>
        <p:spPr>
          <a:xfrm xmlns:a="http://schemas.openxmlformats.org/drawingml/2006/main">
            <a:off x="714375" y="7029450"/>
            <a:ext cx="4191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76CD4D-7669-4161-866E-9E20A6E30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5aaa145b64548">
            <a:extLst>
              <a:ext uri="{96DAC541-7B7A-43D3-8B79-37D633B846F1}">
                <asvg:svgBlip xmlns:asvg="http://schemas.microsoft.com/office/drawing/2016/SVG/main" r:embed="R2f040a1ebb5b49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1525" y="70675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2" name="成交金额占比-label">
            <a:extLst xmlns:a="http://schemas.openxmlformats.org/drawingml/2006/main">
              <a:ext uri="{FF2B5EF4-FFF2-40B4-BE49-F238E27FC236}">
                <a16:creationId xmlns:a16="http://schemas.microsoft.com/office/drawing/2014/main" id="{D80C07FB-C702-48D9-A0E1-7D883FCD1C91}"/>
              </a:ext>
            </a:extLst>
          </p:cNvPr>
          <p:cNvSpPr/>
          <p:nvPr/>
        </p:nvSpPr>
        <p:spPr>
          <a:xfrm xmlns:a="http://schemas.openxmlformats.org/drawingml/2006/main">
            <a:off x="1333500" y="7038975"/>
            <a:ext cx="162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476397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476397"/>
                </a:solidFill>
              </a:defRPr>
            </a:pPr>
            <a:r>
              <a:rPr sz="1650" b="1">
                <a:solidFill>
                  <a:srgbClr val="476397"/>
                </a:solidFill>
                <a:latin typeface="Noto Sans CJK SC"/>
                <a:ea typeface="Noto Sans CJK SC"/>
                <a:cs typeface="Noto Sans CJK SC"/>
              </a:rPr>
              <a:t>成交金额占比</a:t>
            </a:r>
          </a:p>
        </p:txBody>
      </p:sp>
      <p:sp>
        <p:nvSpPr>
          <p:cNvPr id="83" name="成交金额占比-track">
            <a:extLst xmlns:a="http://schemas.openxmlformats.org/drawingml/2006/main">
              <a:ext uri="{FF2B5EF4-FFF2-40B4-BE49-F238E27FC236}">
                <a16:creationId xmlns:a16="http://schemas.microsoft.com/office/drawing/2014/main" id="{D482A3B6-683C-45E1-B0CB-8FEE06BE92C2}"/>
              </a:ext>
            </a:extLst>
          </p:cNvPr>
          <p:cNvSpPr/>
          <p:nvPr/>
        </p:nvSpPr>
        <p:spPr>
          <a:xfrm xmlns:a="http://schemas.openxmlformats.org/drawingml/2006/main">
            <a:off x="2886075" y="7105650"/>
            <a:ext cx="5781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0">
            <a:noFill/>
          </a:ln>
        </p:spPr>
      </p:sp>
      <p:sp>
        <p:nvSpPr>
          <p:cNvPr id="84" name="成交金额占比-bar">
            <a:extLst xmlns:a="http://schemas.openxmlformats.org/drawingml/2006/main">
              <a:ext uri="{FF2B5EF4-FFF2-40B4-BE49-F238E27FC236}">
                <a16:creationId xmlns:a16="http://schemas.microsoft.com/office/drawing/2014/main" id="{83969A9D-2939-4DF5-A2D5-E095BB6AE94A}"/>
              </a:ext>
            </a:extLst>
          </p:cNvPr>
          <p:cNvSpPr/>
          <p:nvPr/>
        </p:nvSpPr>
        <p:spPr>
          <a:xfrm xmlns:a="http://schemas.openxmlformats.org/drawingml/2006/main">
            <a:off x="2886075" y="7105650"/>
            <a:ext cx="714375" cy="2286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617F"/>
              </a:gs>
              <a:gs pos="100000">
                <a:srgbClr val="ED1754"/>
              </a:gs>
            </a:gsLst>
            <a:lin ang="1800000"/>
          </a:gradFill>
          <a:ln xmlns:a="http://schemas.openxmlformats.org/drawingml/2006/main" w="0">
            <a:noFill/>
          </a:ln>
        </p:spPr>
      </p:sp>
      <p:sp>
        <p:nvSpPr>
          <p:cNvPr id="85" name="成交金额占比-value">
            <a:extLst xmlns:a="http://schemas.openxmlformats.org/drawingml/2006/main">
              <a:ext uri="{FF2B5EF4-FFF2-40B4-BE49-F238E27FC236}">
                <a16:creationId xmlns:a16="http://schemas.microsoft.com/office/drawing/2014/main" id="{70FD39A5-A264-4B38-BABD-688BBC5EB9E8}"/>
              </a:ext>
            </a:extLst>
          </p:cNvPr>
          <p:cNvSpPr/>
          <p:nvPr/>
        </p:nvSpPr>
        <p:spPr>
          <a:xfrm xmlns:a="http://schemas.openxmlformats.org/drawingml/2006/main">
            <a:off x="8877300" y="7000875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>
                <a:solidFill>
                  <a:srgbClr val="ED0043"/>
                </a:solidFill>
              </a:defRPr>
            </a:defPPr>
          </a:lstStyle>
          <a:p xmlns:a="http://schemas.openxmlformats.org/drawingml/2006/main">
            <a:pPr algn="r">
              <a:defRPr>
                <a:solidFill>
                  <a:srgbClr val="ED0043"/>
                </a:solidFill>
              </a:defRPr>
            </a:pPr>
            <a:r>
              <a:rPr sz="2250" b="1">
                <a:solidFill>
                  <a:srgbClr val="ED0043"/>
                </a:solidFill>
                <a:latin typeface="Noto Sans CJK SC"/>
                <a:ea typeface="Noto Sans CJK SC"/>
                <a:cs typeface="Noto Sans CJK SC"/>
              </a:rPr>
              <a:t>4.0%</a:t>
            </a:r>
          </a:p>
        </p:txBody>
      </p:sp>
      <p:sp>
        <p:nvSpPr>
          <p:cNvPr id="86" name="video-panel">
            <a:extLst xmlns:a="http://schemas.openxmlformats.org/drawingml/2006/main">
              <a:ext uri="{FF2B5EF4-FFF2-40B4-BE49-F238E27FC236}">
                <a16:creationId xmlns:a16="http://schemas.microsoft.com/office/drawing/2014/main" id="{C7FE9B28-5EA5-420A-A248-0FE5532271AA}"/>
              </a:ext>
            </a:extLst>
          </p:cNvPr>
          <p:cNvSpPr/>
          <p:nvPr/>
        </p:nvSpPr>
        <p:spPr>
          <a:xfrm xmlns:a="http://schemas.openxmlformats.org/drawingml/2006/main">
            <a:off x="10277475" y="1028700"/>
            <a:ext cx="5591175" cy="6581775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87" name="video-panel-header">
            <a:extLst xmlns:a="http://schemas.openxmlformats.org/drawingml/2006/main">
              <a:ext uri="{FF2B5EF4-FFF2-40B4-BE49-F238E27FC236}">
                <a16:creationId xmlns:a16="http://schemas.microsoft.com/office/drawing/2014/main" id="{75851FBE-E462-4CF8-BA97-47794B3E9658}"/>
              </a:ext>
            </a:extLst>
          </p:cNvPr>
          <p:cNvSpPr/>
          <p:nvPr/>
        </p:nvSpPr>
        <p:spPr>
          <a:xfrm xmlns:a="http://schemas.openxmlformats.org/drawingml/2006/main">
            <a:off x="10277475" y="1028700"/>
            <a:ext cx="5591175" cy="714375"/>
          </a:xfrm>
          <a:prstGeom xmlns:a="http://schemas.openxmlformats.org/drawingml/2006/main" prst="roundRect">
            <a:avLst>
              <a:gd name="adj" fmla="val 26667"/>
            </a:avLst>
          </a:prstGeom>
          <a:gradFill xmlns:a="http://schemas.openxmlformats.org/drawingml/2006/main">
            <a:gsLst>
              <a:gs pos="0">
                <a:srgbClr val="187DFF"/>
              </a:gs>
              <a:gs pos="100000">
                <a:srgbClr val="65ACFF"/>
              </a:gs>
            </a:gsLst>
            <a:lin ang="300000"/>
          </a:gradFill>
          <a:ln xmlns:a="http://schemas.openxmlformats.org/drawingml/2006/main" w="0">
            <a:noFill/>
          </a:ln>
        </p:spPr>
      </p:sp>
      <p:sp>
        <p:nvSpPr>
          <p:cNvPr id="88" name="video-panel-header-lower">
            <a:extLst xmlns:a="http://schemas.openxmlformats.org/drawingml/2006/main">
              <a:ext uri="{FF2B5EF4-FFF2-40B4-BE49-F238E27FC236}">
                <a16:creationId xmlns:a16="http://schemas.microsoft.com/office/drawing/2014/main" id="{E1949048-50F9-4F52-87FF-CED8A33CC00A}"/>
              </a:ext>
            </a:extLst>
          </p:cNvPr>
          <p:cNvSpPr/>
          <p:nvPr/>
        </p:nvSpPr>
        <p:spPr>
          <a:xfrm xmlns:a="http://schemas.openxmlformats.org/drawingml/2006/main">
            <a:off x="10277475" y="1371600"/>
            <a:ext cx="5591175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586FF"/>
              </a:gs>
              <a:gs pos="100000">
                <a:srgbClr val="65ACFF"/>
              </a:gs>
            </a:gsLst>
            <a:lin ang="300000"/>
          </a:gradFill>
          <a:ln xmlns:a="http://schemas.openxmlformats.org/drawingml/2006/main" w="0">
            <a:noFill/>
          </a:ln>
        </p:spPr>
      </p:sp>
      <p:sp>
        <p:nvSpPr>
          <p:cNvPr id="89" name="video-panel-interior">
            <a:extLst xmlns:a="http://schemas.openxmlformats.org/drawingml/2006/main">
              <a:ext uri="{FF2B5EF4-FFF2-40B4-BE49-F238E27FC236}">
                <a16:creationId xmlns:a16="http://schemas.microsoft.com/office/drawing/2014/main" id="{27C838A6-96C1-441E-BFC8-7D87882FEC69}"/>
              </a:ext>
            </a:extLst>
          </p:cNvPr>
          <p:cNvSpPr/>
          <p:nvPr/>
        </p:nvSpPr>
        <p:spPr>
          <a:xfrm xmlns:a="http://schemas.openxmlformats.org/drawingml/2006/main">
            <a:off x="10287000" y="1590675"/>
            <a:ext cx="5572125" cy="6000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0" name="video-header-play-bg">
            <a:extLst xmlns:a="http://schemas.openxmlformats.org/drawingml/2006/main">
              <a:ext uri="{FF2B5EF4-FFF2-40B4-BE49-F238E27FC236}">
                <a16:creationId xmlns:a16="http://schemas.microsoft.com/office/drawing/2014/main" id="{CAC7B918-4BAF-4643-AA07-8F15AB798661}"/>
              </a:ext>
            </a:extLst>
          </p:cNvPr>
          <p:cNvSpPr/>
          <p:nvPr/>
        </p:nvSpPr>
        <p:spPr>
          <a:xfrm xmlns:a="http://schemas.openxmlformats.org/drawingml/2006/main">
            <a:off x="10477500" y="1123950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B208C05-0AAA-4AE6-B596-2BCE4E4E1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643a4e9424103">
            <a:extLst>
              <a:ext uri="{96DAC541-7B7A-43D3-8B79-37D633B846F1}">
                <asvg:svgBlip xmlns:asvg="http://schemas.microsoft.com/office/drawing/2016/SVG/main" r:embed="R67d016270dbd4c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34650" y="11715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2" name="video-heading">
            <a:extLst xmlns:a="http://schemas.openxmlformats.org/drawingml/2006/main">
              <a:ext uri="{FF2B5EF4-FFF2-40B4-BE49-F238E27FC236}">
                <a16:creationId xmlns:a16="http://schemas.microsoft.com/office/drawing/2014/main" id="{1E4CA550-98F4-4AB6-BA0C-C876B0A7F5D1}"/>
              </a:ext>
            </a:extLst>
          </p:cNvPr>
          <p:cNvSpPr/>
          <p:nvPr/>
        </p:nvSpPr>
        <p:spPr>
          <a:xfrm xmlns:a="http://schemas.openxmlformats.org/drawingml/2006/main">
            <a:off x="11010900" y="107632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视频效果展示</a:t>
            </a:r>
          </a:p>
        </p:txBody>
      </p:sp>
      <p:sp>
        <p:nvSpPr>
          <p:cNvPr id="93" name="video-heading-caption">
            <a:extLst xmlns:a="http://schemas.openxmlformats.org/drawingml/2006/main">
              <a:ext uri="{FF2B5EF4-FFF2-40B4-BE49-F238E27FC236}">
                <a16:creationId xmlns:a16="http://schemas.microsoft.com/office/drawing/2014/main" id="{4535BB75-A424-4506-95CD-C138A9A10A7C}"/>
              </a:ext>
            </a:extLst>
          </p:cNvPr>
          <p:cNvSpPr/>
          <p:nvPr/>
        </p:nvSpPr>
        <p:spPr>
          <a:xfrm xmlns:a="http://schemas.openxmlformats.org/drawingml/2006/main">
            <a:off x="13982700" y="1171575"/>
            <a:ext cx="1676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>
                <a:solidFill>
                  <a:srgbClr val="EDF6FF"/>
                </a:solidFill>
              </a:defRPr>
            </a:defPPr>
          </a:lstStyle>
          <a:p xmlns:a="http://schemas.openxmlformats.org/drawingml/2006/main">
            <a:pPr algn="r">
              <a:defRPr>
                <a:solidFill>
                  <a:srgbClr val="EDF6FF"/>
                </a:solidFill>
              </a:defRPr>
            </a:pPr>
            <a:r>
              <a:rPr sz="1350">
                <a:solidFill>
                  <a:srgbClr val="EDF6FF"/>
                </a:solidFill>
                <a:latin typeface="Noto Sans CJK SC"/>
                <a:ea typeface="Noto Sans CJK SC"/>
                <a:cs typeface="Noto Sans CJK SC"/>
              </a:rPr>
              <a:t>精选优质视频素材</a:t>
            </a:r>
          </a:p>
        </p:txBody>
      </p:sp>
      <p:sp>
        <p:nvSpPr>
          <p:cNvPr id="94" name="video-1-card">
            <a:extLst xmlns:a="http://schemas.openxmlformats.org/drawingml/2006/main">
              <a:ext uri="{FF2B5EF4-FFF2-40B4-BE49-F238E27FC236}">
                <a16:creationId xmlns:a16="http://schemas.microsoft.com/office/drawing/2014/main" id="{75DBDB6D-1F32-4EBC-BD8A-29F01769D62D}"/>
              </a:ext>
            </a:extLst>
          </p:cNvPr>
          <p:cNvSpPr/>
          <p:nvPr/>
        </p:nvSpPr>
        <p:spPr>
          <a:xfrm xmlns:a="http://schemas.openxmlformats.org/drawingml/2006/main">
            <a:off x="10458450" y="1743075"/>
            <a:ext cx="1647825" cy="28956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95" name="video-1-unavailable-image">
            <a:extLst xmlns:a="http://schemas.openxmlformats.org/drawingml/2006/main">
              <a:ext uri="{FF2B5EF4-FFF2-40B4-BE49-F238E27FC236}">
                <a16:creationId xmlns:a16="http://schemas.microsoft.com/office/drawing/2014/main" id="{7DCD9E77-FD01-44F3-BCD5-B36202B6F0FE}"/>
              </a:ext>
            </a:extLst>
          </p:cNvPr>
          <p:cNvSpPr/>
          <p:nvPr/>
        </p:nvSpPr>
        <p:spPr>
          <a:xfrm xmlns:a="http://schemas.openxmlformats.org/drawingml/2006/main">
            <a:off x="10458450" y="1743075"/>
            <a:ext cx="1647825" cy="2085975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96" name="video-1-source-status">
            <a:extLst xmlns:a="http://schemas.openxmlformats.org/drawingml/2006/main">
              <a:ext uri="{FF2B5EF4-FFF2-40B4-BE49-F238E27FC236}">
                <a16:creationId xmlns:a16="http://schemas.microsoft.com/office/drawing/2014/main" id="{0F535D78-39A8-417D-9F06-C1D8582CEC2D}"/>
              </a:ext>
            </a:extLst>
          </p:cNvPr>
          <p:cNvSpPr/>
          <p:nvPr/>
        </p:nvSpPr>
        <p:spPr>
          <a:xfrm xmlns:a="http://schemas.openxmlformats.org/drawingml/2006/main">
            <a:off x="10591800" y="2095500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97" name="video-1-play-bg">
            <a:extLst xmlns:a="http://schemas.openxmlformats.org/drawingml/2006/main">
              <a:ext uri="{FF2B5EF4-FFF2-40B4-BE49-F238E27FC236}">
                <a16:creationId xmlns:a16="http://schemas.microsoft.com/office/drawing/2014/main" id="{5C083395-664E-4808-BA42-1632EFDA4757}"/>
              </a:ext>
            </a:extLst>
          </p:cNvPr>
          <p:cNvSpPr/>
          <p:nvPr/>
        </p:nvSpPr>
        <p:spPr>
          <a:xfrm xmlns:a="http://schemas.openxmlformats.org/drawingml/2006/main">
            <a:off x="11049000" y="2886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C1E1F3-8135-4BFB-97FC-1A76E1618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e45ac2a984482">
            <a:extLst>
              <a:ext uri="{96DAC541-7B7A-43D3-8B79-37D633B846F1}">
                <asvg:svgBlip xmlns:asvg="http://schemas.microsoft.com/office/drawing/2016/SVG/main" r:embed="Rb3bf87befdf843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2933700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99" name="video-1-menu-bg">
            <a:extLst xmlns:a="http://schemas.openxmlformats.org/drawingml/2006/main">
              <a:ext uri="{FF2B5EF4-FFF2-40B4-BE49-F238E27FC236}">
                <a16:creationId xmlns:a16="http://schemas.microsoft.com/office/drawing/2014/main" id="{8CCCE859-9FDE-4F66-AEF3-6D434FA12838}"/>
              </a:ext>
            </a:extLst>
          </p:cNvPr>
          <p:cNvSpPr/>
          <p:nvPr/>
        </p:nvSpPr>
        <p:spPr>
          <a:xfrm xmlns:a="http://schemas.openxmlformats.org/drawingml/2006/main">
            <a:off x="11725275" y="1838325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00" name="video-1-menu">
            <a:extLst xmlns:a="http://schemas.openxmlformats.org/drawingml/2006/main">
              <a:ext uri="{FF2B5EF4-FFF2-40B4-BE49-F238E27FC236}">
                <a16:creationId xmlns:a16="http://schemas.microsoft.com/office/drawing/2014/main" id="{364D970A-2489-43FA-82C2-748922AD714E}"/>
              </a:ext>
            </a:extLst>
          </p:cNvPr>
          <p:cNvSpPr/>
          <p:nvPr/>
        </p:nvSpPr>
        <p:spPr>
          <a:xfrm xmlns:a="http://schemas.openxmlformats.org/drawingml/2006/main">
            <a:off x="11744325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01" name="video-1-stats-bg">
            <a:extLst xmlns:a="http://schemas.openxmlformats.org/drawingml/2006/main">
              <a:ext uri="{FF2B5EF4-FFF2-40B4-BE49-F238E27FC236}">
                <a16:creationId xmlns:a16="http://schemas.microsoft.com/office/drawing/2014/main" id="{32BC5046-8AD0-4A63-B057-2FC3A84DE869}"/>
              </a:ext>
            </a:extLst>
          </p:cNvPr>
          <p:cNvSpPr/>
          <p:nvPr/>
        </p:nvSpPr>
        <p:spPr>
          <a:xfrm xmlns:a="http://schemas.openxmlformats.org/drawingml/2006/main">
            <a:off x="10458450" y="38290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02" name="video-1-view-play">
            <a:extLst xmlns:a="http://schemas.openxmlformats.org/drawingml/2006/main">
              <a:ext uri="{FF2B5EF4-FFF2-40B4-BE49-F238E27FC236}">
                <a16:creationId xmlns:a16="http://schemas.microsoft.com/office/drawing/2014/main" id="{880A6012-6C23-467B-9320-481C9D64DD87}"/>
              </a:ext>
            </a:extLst>
          </p:cNvPr>
          <p:cNvSpPr/>
          <p:nvPr/>
        </p:nvSpPr>
        <p:spPr>
          <a:xfrm xmlns:a="http://schemas.openxmlformats.org/drawingml/2006/main">
            <a:off x="10544175" y="3905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F43DB3-D530-4288-A852-75C2CCC59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c0001412c4797">
            <a:extLst>
              <a:ext uri="{96DAC541-7B7A-43D3-8B79-37D633B846F1}">
                <asvg:svgBlip xmlns:asvg="http://schemas.microsoft.com/office/drawing/2016/SVG/main" r:embed="R59c2df13082a40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53700" y="39147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04" name="video-1-views">
            <a:extLst xmlns:a="http://schemas.openxmlformats.org/drawingml/2006/main">
              <a:ext uri="{FF2B5EF4-FFF2-40B4-BE49-F238E27FC236}">
                <a16:creationId xmlns:a16="http://schemas.microsoft.com/office/drawing/2014/main" id="{306400EF-45D0-4CCE-A146-321436AB16F8}"/>
              </a:ext>
            </a:extLst>
          </p:cNvPr>
          <p:cNvSpPr/>
          <p:nvPr/>
        </p:nvSpPr>
        <p:spPr>
          <a:xfrm xmlns:a="http://schemas.openxmlformats.org/drawingml/2006/main">
            <a:off x="10734675" y="38576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12.8万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093177-F508-410A-9CEA-A5224E90B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1d5be209142c6">
            <a:extLst>
              <a:ext uri="{96DAC541-7B7A-43D3-8B79-37D633B846F1}">
                <asvg:svgBlip xmlns:asvg="http://schemas.microsoft.com/office/drawing/2016/SVG/main" r:embed="Rde0ba0e89d9540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87150" y="39052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06" name="video-1-likes">
            <a:extLst xmlns:a="http://schemas.openxmlformats.org/drawingml/2006/main">
              <a:ext uri="{FF2B5EF4-FFF2-40B4-BE49-F238E27FC236}">
                <a16:creationId xmlns:a16="http://schemas.microsoft.com/office/drawing/2014/main" id="{3BE6CE36-3F03-44E1-9336-C35428FE40CE}"/>
              </a:ext>
            </a:extLst>
          </p:cNvPr>
          <p:cNvSpPr/>
          <p:nvPr/>
        </p:nvSpPr>
        <p:spPr>
          <a:xfrm xmlns:a="http://schemas.openxmlformats.org/drawingml/2006/main">
            <a:off x="11668125" y="3857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1.2万</a:t>
            </a:r>
          </a:p>
        </p:txBody>
      </p:sp>
      <p:sp>
        <p:nvSpPr>
          <p:cNvPr id="107" name="video-1-title">
            <a:extLst xmlns:a="http://schemas.openxmlformats.org/drawingml/2006/main">
              <a:ext uri="{FF2B5EF4-FFF2-40B4-BE49-F238E27FC236}">
                <a16:creationId xmlns:a16="http://schemas.microsoft.com/office/drawing/2014/main" id="{7CA9E900-F00B-4654-BE66-FAE9853830AF}"/>
              </a:ext>
            </a:extLst>
          </p:cNvPr>
          <p:cNvSpPr/>
          <p:nvPr/>
        </p:nvSpPr>
        <p:spPr>
          <a:xfrm xmlns:a="http://schemas.openxmlformats.org/drawingml/2006/main">
            <a:off x="10563225" y="41719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出发前必看！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申根签证避坑指南</a:t>
            </a:r>
          </a:p>
        </p:txBody>
      </p:sp>
      <p:sp>
        <p:nvSpPr>
          <p:cNvPr id="108" name="video-2-card">
            <a:extLst xmlns:a="http://schemas.openxmlformats.org/drawingml/2006/main">
              <a:ext uri="{FF2B5EF4-FFF2-40B4-BE49-F238E27FC236}">
                <a16:creationId xmlns:a16="http://schemas.microsoft.com/office/drawing/2014/main" id="{168ED5E2-624A-46E8-A78D-9CC2BE251678}"/>
              </a:ext>
            </a:extLst>
          </p:cNvPr>
          <p:cNvSpPr/>
          <p:nvPr/>
        </p:nvSpPr>
        <p:spPr>
          <a:xfrm xmlns:a="http://schemas.openxmlformats.org/drawingml/2006/main">
            <a:off x="12249150" y="1743075"/>
            <a:ext cx="1647825" cy="28956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09" name="video-2-unavailable-image">
            <a:extLst xmlns:a="http://schemas.openxmlformats.org/drawingml/2006/main">
              <a:ext uri="{FF2B5EF4-FFF2-40B4-BE49-F238E27FC236}">
                <a16:creationId xmlns:a16="http://schemas.microsoft.com/office/drawing/2014/main" id="{0EE61EB4-CDA9-49A5-8E34-E03554A74A5C}"/>
              </a:ext>
            </a:extLst>
          </p:cNvPr>
          <p:cNvSpPr/>
          <p:nvPr/>
        </p:nvSpPr>
        <p:spPr>
          <a:xfrm xmlns:a="http://schemas.openxmlformats.org/drawingml/2006/main">
            <a:off x="12249150" y="1743075"/>
            <a:ext cx="1647825" cy="2085975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110" name="video-2-source-status">
            <a:extLst xmlns:a="http://schemas.openxmlformats.org/drawingml/2006/main">
              <a:ext uri="{FF2B5EF4-FFF2-40B4-BE49-F238E27FC236}">
                <a16:creationId xmlns:a16="http://schemas.microsoft.com/office/drawing/2014/main" id="{14B21343-63E3-418C-BF73-07334B3A55BD}"/>
              </a:ext>
            </a:extLst>
          </p:cNvPr>
          <p:cNvSpPr/>
          <p:nvPr/>
        </p:nvSpPr>
        <p:spPr>
          <a:xfrm xmlns:a="http://schemas.openxmlformats.org/drawingml/2006/main">
            <a:off x="12382500" y="2095500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111" name="video-2-play-bg">
            <a:extLst xmlns:a="http://schemas.openxmlformats.org/drawingml/2006/main">
              <a:ext uri="{FF2B5EF4-FFF2-40B4-BE49-F238E27FC236}">
                <a16:creationId xmlns:a16="http://schemas.microsoft.com/office/drawing/2014/main" id="{8C2F3151-A1B6-46EB-B515-E7B5FDEC0507}"/>
              </a:ext>
            </a:extLst>
          </p:cNvPr>
          <p:cNvSpPr/>
          <p:nvPr/>
        </p:nvSpPr>
        <p:spPr>
          <a:xfrm xmlns:a="http://schemas.openxmlformats.org/drawingml/2006/main">
            <a:off x="12839700" y="2886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6D7852E-AAD6-4004-B620-E018B332F2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e193893af4552">
            <a:extLst>
              <a:ext uri="{96DAC541-7B7A-43D3-8B79-37D633B846F1}">
                <asvg:svgBlip xmlns:asvg="http://schemas.microsoft.com/office/drawing/2016/SVG/main" r:embed="Rab02221981084e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96850" y="2933700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13" name="video-2-menu-bg">
            <a:extLst xmlns:a="http://schemas.openxmlformats.org/drawingml/2006/main">
              <a:ext uri="{FF2B5EF4-FFF2-40B4-BE49-F238E27FC236}">
                <a16:creationId xmlns:a16="http://schemas.microsoft.com/office/drawing/2014/main" id="{C3D65F9D-0DFF-4AED-8204-2B7E572FDE36}"/>
              </a:ext>
            </a:extLst>
          </p:cNvPr>
          <p:cNvSpPr/>
          <p:nvPr/>
        </p:nvSpPr>
        <p:spPr>
          <a:xfrm xmlns:a="http://schemas.openxmlformats.org/drawingml/2006/main">
            <a:off x="13515975" y="1838325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14" name="video-2-menu">
            <a:extLst xmlns:a="http://schemas.openxmlformats.org/drawingml/2006/main">
              <a:ext uri="{FF2B5EF4-FFF2-40B4-BE49-F238E27FC236}">
                <a16:creationId xmlns:a16="http://schemas.microsoft.com/office/drawing/2014/main" id="{E5F13E4B-7318-4DC2-B221-1D7DD4FA4365}"/>
              </a:ext>
            </a:extLst>
          </p:cNvPr>
          <p:cNvSpPr/>
          <p:nvPr/>
        </p:nvSpPr>
        <p:spPr>
          <a:xfrm xmlns:a="http://schemas.openxmlformats.org/drawingml/2006/main">
            <a:off x="13535025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15" name="video-2-stats-bg">
            <a:extLst xmlns:a="http://schemas.openxmlformats.org/drawingml/2006/main">
              <a:ext uri="{FF2B5EF4-FFF2-40B4-BE49-F238E27FC236}">
                <a16:creationId xmlns:a16="http://schemas.microsoft.com/office/drawing/2014/main" id="{EE5C63D8-2882-4FDD-8797-FFA85428FB16}"/>
              </a:ext>
            </a:extLst>
          </p:cNvPr>
          <p:cNvSpPr/>
          <p:nvPr/>
        </p:nvSpPr>
        <p:spPr>
          <a:xfrm xmlns:a="http://schemas.openxmlformats.org/drawingml/2006/main">
            <a:off x="12249150" y="38290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16" name="video-2-view-play">
            <a:extLst xmlns:a="http://schemas.openxmlformats.org/drawingml/2006/main">
              <a:ext uri="{FF2B5EF4-FFF2-40B4-BE49-F238E27FC236}">
                <a16:creationId xmlns:a16="http://schemas.microsoft.com/office/drawing/2014/main" id="{8C5BDB51-13CF-40B0-BDDA-7120F7A65389}"/>
              </a:ext>
            </a:extLst>
          </p:cNvPr>
          <p:cNvSpPr/>
          <p:nvPr/>
        </p:nvSpPr>
        <p:spPr>
          <a:xfrm xmlns:a="http://schemas.openxmlformats.org/drawingml/2006/main">
            <a:off x="12334875" y="3905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129169-539C-4BA1-9856-040792FB1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24e9eee744f82">
            <a:extLst>
              <a:ext uri="{96DAC541-7B7A-43D3-8B79-37D633B846F1}">
                <asvg:svgBlip xmlns:asvg="http://schemas.microsoft.com/office/drawing/2016/SVG/main" r:embed="Reafd55ca71374d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44400" y="39147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18" name="video-2-views">
            <a:extLst xmlns:a="http://schemas.openxmlformats.org/drawingml/2006/main">
              <a:ext uri="{FF2B5EF4-FFF2-40B4-BE49-F238E27FC236}">
                <a16:creationId xmlns:a16="http://schemas.microsoft.com/office/drawing/2014/main" id="{E98E0FC5-7A96-4BB0-8B99-391F94F19F59}"/>
              </a:ext>
            </a:extLst>
          </p:cNvPr>
          <p:cNvSpPr/>
          <p:nvPr/>
        </p:nvSpPr>
        <p:spPr>
          <a:xfrm xmlns:a="http://schemas.openxmlformats.org/drawingml/2006/main">
            <a:off x="12525375" y="38576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8.6万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B12B76-5EA0-41CF-AC71-B26D165F6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edc7605604b13">
            <a:extLst>
              <a:ext uri="{96DAC541-7B7A-43D3-8B79-37D633B846F1}">
                <asvg:svgBlip xmlns:asvg="http://schemas.microsoft.com/office/drawing/2016/SVG/main" r:embed="Rea77b4d526db4e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277850" y="39052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20" name="video-2-likes">
            <a:extLst xmlns:a="http://schemas.openxmlformats.org/drawingml/2006/main">
              <a:ext uri="{FF2B5EF4-FFF2-40B4-BE49-F238E27FC236}">
                <a16:creationId xmlns:a16="http://schemas.microsoft.com/office/drawing/2014/main" id="{47E599FE-904A-49EF-9D2F-095B9385D21A}"/>
              </a:ext>
            </a:extLst>
          </p:cNvPr>
          <p:cNvSpPr/>
          <p:nvPr/>
        </p:nvSpPr>
        <p:spPr>
          <a:xfrm xmlns:a="http://schemas.openxmlformats.org/drawingml/2006/main">
            <a:off x="13458825" y="3857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8,264</a:t>
            </a:r>
          </a:p>
        </p:txBody>
      </p:sp>
      <p:sp>
        <p:nvSpPr>
          <p:cNvPr id="121" name="video-2-title">
            <a:extLst xmlns:a="http://schemas.openxmlformats.org/drawingml/2006/main">
              <a:ext uri="{FF2B5EF4-FFF2-40B4-BE49-F238E27FC236}">
                <a16:creationId xmlns:a16="http://schemas.microsoft.com/office/drawing/2014/main" id="{A9639309-F761-40AB-89A8-9FE2562FEEF6}"/>
              </a:ext>
            </a:extLst>
          </p:cNvPr>
          <p:cNvSpPr/>
          <p:nvPr/>
        </p:nvSpPr>
        <p:spPr>
          <a:xfrm xmlns:a="http://schemas.openxmlformats.org/drawingml/2006/main">
            <a:off x="12353925" y="41719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去欧洲办申根签证</a:t>
            </a:r>
          </a:p>
        </p:txBody>
      </p:sp>
      <p:sp>
        <p:nvSpPr>
          <p:cNvPr id="122" name="video-3-card">
            <a:extLst xmlns:a="http://schemas.openxmlformats.org/drawingml/2006/main">
              <a:ext uri="{FF2B5EF4-FFF2-40B4-BE49-F238E27FC236}">
                <a16:creationId xmlns:a16="http://schemas.microsoft.com/office/drawing/2014/main" id="{193E83F8-03CF-4790-B6DC-AE6D5E054C0D}"/>
              </a:ext>
            </a:extLst>
          </p:cNvPr>
          <p:cNvSpPr/>
          <p:nvPr/>
        </p:nvSpPr>
        <p:spPr>
          <a:xfrm xmlns:a="http://schemas.openxmlformats.org/drawingml/2006/main">
            <a:off x="14058900" y="1743075"/>
            <a:ext cx="1647825" cy="2895600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23" name="video-3-unavailable-image">
            <a:extLst xmlns:a="http://schemas.openxmlformats.org/drawingml/2006/main">
              <a:ext uri="{FF2B5EF4-FFF2-40B4-BE49-F238E27FC236}">
                <a16:creationId xmlns:a16="http://schemas.microsoft.com/office/drawing/2014/main" id="{E84314FF-0383-40DE-8F2E-0D8E554F8543}"/>
              </a:ext>
            </a:extLst>
          </p:cNvPr>
          <p:cNvSpPr/>
          <p:nvPr/>
        </p:nvSpPr>
        <p:spPr>
          <a:xfrm xmlns:a="http://schemas.openxmlformats.org/drawingml/2006/main">
            <a:off x="14058900" y="1743075"/>
            <a:ext cx="1647825" cy="2085975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124" name="video-3-source-status">
            <a:extLst xmlns:a="http://schemas.openxmlformats.org/drawingml/2006/main">
              <a:ext uri="{FF2B5EF4-FFF2-40B4-BE49-F238E27FC236}">
                <a16:creationId xmlns:a16="http://schemas.microsoft.com/office/drawing/2014/main" id="{15EC272F-5E4E-49E1-8B55-2F0A8575892F}"/>
              </a:ext>
            </a:extLst>
          </p:cNvPr>
          <p:cNvSpPr/>
          <p:nvPr/>
        </p:nvSpPr>
        <p:spPr>
          <a:xfrm xmlns:a="http://schemas.openxmlformats.org/drawingml/2006/main">
            <a:off x="14192250" y="2095500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125" name="video-3-play-bg">
            <a:extLst xmlns:a="http://schemas.openxmlformats.org/drawingml/2006/main">
              <a:ext uri="{FF2B5EF4-FFF2-40B4-BE49-F238E27FC236}">
                <a16:creationId xmlns:a16="http://schemas.microsoft.com/office/drawing/2014/main" id="{23C05196-6B88-4E60-8BEB-2D2E082344CD}"/>
              </a:ext>
            </a:extLst>
          </p:cNvPr>
          <p:cNvSpPr/>
          <p:nvPr/>
        </p:nvSpPr>
        <p:spPr>
          <a:xfrm xmlns:a="http://schemas.openxmlformats.org/drawingml/2006/main">
            <a:off x="14649450" y="2886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44299F-0E38-48AE-B95D-F3F14D33A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19ab9c6764030">
            <a:extLst>
              <a:ext uri="{96DAC541-7B7A-43D3-8B79-37D633B846F1}">
                <asvg:svgBlip xmlns:asvg="http://schemas.microsoft.com/office/drawing/2016/SVG/main" r:embed="Recace32fc14543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706600" y="2933700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27" name="video-3-menu-bg">
            <a:extLst xmlns:a="http://schemas.openxmlformats.org/drawingml/2006/main">
              <a:ext uri="{FF2B5EF4-FFF2-40B4-BE49-F238E27FC236}">
                <a16:creationId xmlns:a16="http://schemas.microsoft.com/office/drawing/2014/main" id="{8D66C77C-4FAD-403B-BE38-67C6660522E5}"/>
              </a:ext>
            </a:extLst>
          </p:cNvPr>
          <p:cNvSpPr/>
          <p:nvPr/>
        </p:nvSpPr>
        <p:spPr>
          <a:xfrm xmlns:a="http://schemas.openxmlformats.org/drawingml/2006/main">
            <a:off x="15325725" y="1838325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28" name="video-3-menu">
            <a:extLst xmlns:a="http://schemas.openxmlformats.org/drawingml/2006/main">
              <a:ext uri="{FF2B5EF4-FFF2-40B4-BE49-F238E27FC236}">
                <a16:creationId xmlns:a16="http://schemas.microsoft.com/office/drawing/2014/main" id="{9AC7DBDD-6BEA-4468-8E35-E1BA0C9BEFBA}"/>
              </a:ext>
            </a:extLst>
          </p:cNvPr>
          <p:cNvSpPr/>
          <p:nvPr/>
        </p:nvSpPr>
        <p:spPr>
          <a:xfrm xmlns:a="http://schemas.openxmlformats.org/drawingml/2006/main">
            <a:off x="15344775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29" name="video-3-stats-bg">
            <a:extLst xmlns:a="http://schemas.openxmlformats.org/drawingml/2006/main">
              <a:ext uri="{FF2B5EF4-FFF2-40B4-BE49-F238E27FC236}">
                <a16:creationId xmlns:a16="http://schemas.microsoft.com/office/drawing/2014/main" id="{91D4A256-5C64-4525-9931-08C412D08DC1}"/>
              </a:ext>
            </a:extLst>
          </p:cNvPr>
          <p:cNvSpPr/>
          <p:nvPr/>
        </p:nvSpPr>
        <p:spPr>
          <a:xfrm xmlns:a="http://schemas.openxmlformats.org/drawingml/2006/main">
            <a:off x="14058900" y="38290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30" name="video-3-view-play">
            <a:extLst xmlns:a="http://schemas.openxmlformats.org/drawingml/2006/main">
              <a:ext uri="{FF2B5EF4-FFF2-40B4-BE49-F238E27FC236}">
                <a16:creationId xmlns:a16="http://schemas.microsoft.com/office/drawing/2014/main" id="{F03EE5CE-DE38-4D7F-9569-4D9A382F2EFB}"/>
              </a:ext>
            </a:extLst>
          </p:cNvPr>
          <p:cNvSpPr/>
          <p:nvPr/>
        </p:nvSpPr>
        <p:spPr>
          <a:xfrm xmlns:a="http://schemas.openxmlformats.org/drawingml/2006/main">
            <a:off x="14144625" y="3905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2020228-75D5-45F7-9C9C-EA99AEDD3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d1a588b144ba1">
            <a:extLst>
              <a:ext uri="{96DAC541-7B7A-43D3-8B79-37D633B846F1}">
                <asvg:svgBlip xmlns:asvg="http://schemas.microsoft.com/office/drawing/2016/SVG/main" r:embed="R130a3518a1624f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154150" y="39147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32" name="video-3-views">
            <a:extLst xmlns:a="http://schemas.openxmlformats.org/drawingml/2006/main">
              <a:ext uri="{FF2B5EF4-FFF2-40B4-BE49-F238E27FC236}">
                <a16:creationId xmlns:a16="http://schemas.microsoft.com/office/drawing/2014/main" id="{131054B6-06D1-4E0A-9A5D-F891912A6579}"/>
              </a:ext>
            </a:extLst>
          </p:cNvPr>
          <p:cNvSpPr/>
          <p:nvPr/>
        </p:nvSpPr>
        <p:spPr>
          <a:xfrm xmlns:a="http://schemas.openxmlformats.org/drawingml/2006/main">
            <a:off x="14335125" y="38576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6.3万</a:t>
            </a:r>
          </a:p>
        </p:txBody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2058DF3-2678-4842-AA82-AF5A46A62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9a0a80ec34cd5">
            <a:extLst>
              <a:ext uri="{96DAC541-7B7A-43D3-8B79-37D633B846F1}">
                <asvg:svgBlip xmlns:asvg="http://schemas.microsoft.com/office/drawing/2016/SVG/main" r:embed="R2cef58af254a4c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87600" y="39052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34" name="video-3-likes">
            <a:extLst xmlns:a="http://schemas.openxmlformats.org/drawingml/2006/main">
              <a:ext uri="{FF2B5EF4-FFF2-40B4-BE49-F238E27FC236}">
                <a16:creationId xmlns:a16="http://schemas.microsoft.com/office/drawing/2014/main" id="{5C0814A9-CABB-4100-8744-80581532EB64}"/>
              </a:ext>
            </a:extLst>
          </p:cNvPr>
          <p:cNvSpPr/>
          <p:nvPr/>
        </p:nvSpPr>
        <p:spPr>
          <a:xfrm xmlns:a="http://schemas.openxmlformats.org/drawingml/2006/main">
            <a:off x="15268575" y="3857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6,321</a:t>
            </a:r>
          </a:p>
        </p:txBody>
      </p:sp>
      <p:sp>
        <p:nvSpPr>
          <p:cNvPr id="135" name="video-3-title">
            <a:extLst xmlns:a="http://schemas.openxmlformats.org/drawingml/2006/main">
              <a:ext uri="{FF2B5EF4-FFF2-40B4-BE49-F238E27FC236}">
                <a16:creationId xmlns:a16="http://schemas.microsoft.com/office/drawing/2014/main" id="{76A325F0-13F1-46CA-83AF-84236F0ED282}"/>
              </a:ext>
            </a:extLst>
          </p:cNvPr>
          <p:cNvSpPr/>
          <p:nvPr/>
        </p:nvSpPr>
        <p:spPr>
          <a:xfrm xmlns:a="http://schemas.openxmlformats.org/drawingml/2006/main">
            <a:off x="14163675" y="41719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不知道申根签证保险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怎么买？</a:t>
            </a:r>
          </a:p>
        </p:txBody>
      </p:sp>
      <p:sp>
        <p:nvSpPr>
          <p:cNvPr id="136" name="video-4-card">
            <a:extLst xmlns:a="http://schemas.openxmlformats.org/drawingml/2006/main">
              <a:ext uri="{FF2B5EF4-FFF2-40B4-BE49-F238E27FC236}">
                <a16:creationId xmlns:a16="http://schemas.microsoft.com/office/drawing/2014/main" id="{7F25A654-BBBB-42D6-8D9D-326A777C507C}"/>
              </a:ext>
            </a:extLst>
          </p:cNvPr>
          <p:cNvSpPr/>
          <p:nvPr/>
        </p:nvSpPr>
        <p:spPr>
          <a:xfrm xmlns:a="http://schemas.openxmlformats.org/drawingml/2006/main">
            <a:off x="10458450" y="4781550"/>
            <a:ext cx="1647825" cy="2676525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37" name="video-4-unavailable-image">
            <a:extLst xmlns:a="http://schemas.openxmlformats.org/drawingml/2006/main">
              <a:ext uri="{FF2B5EF4-FFF2-40B4-BE49-F238E27FC236}">
                <a16:creationId xmlns:a16="http://schemas.microsoft.com/office/drawing/2014/main" id="{8A08F08D-C601-49D5-9D5A-52BDD4CA25F7}"/>
              </a:ext>
            </a:extLst>
          </p:cNvPr>
          <p:cNvSpPr/>
          <p:nvPr/>
        </p:nvSpPr>
        <p:spPr>
          <a:xfrm xmlns:a="http://schemas.openxmlformats.org/drawingml/2006/main">
            <a:off x="10458450" y="4781550"/>
            <a:ext cx="1647825" cy="1866900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138" name="video-4-source-status">
            <a:extLst xmlns:a="http://schemas.openxmlformats.org/drawingml/2006/main">
              <a:ext uri="{FF2B5EF4-FFF2-40B4-BE49-F238E27FC236}">
                <a16:creationId xmlns:a16="http://schemas.microsoft.com/office/drawing/2014/main" id="{560AA123-7A89-4D3E-A79D-7B260AB3195E}"/>
              </a:ext>
            </a:extLst>
          </p:cNvPr>
          <p:cNvSpPr/>
          <p:nvPr/>
        </p:nvSpPr>
        <p:spPr>
          <a:xfrm xmlns:a="http://schemas.openxmlformats.org/drawingml/2006/main">
            <a:off x="10591800" y="5133975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139" name="video-4-play-bg">
            <a:extLst xmlns:a="http://schemas.openxmlformats.org/drawingml/2006/main">
              <a:ext uri="{FF2B5EF4-FFF2-40B4-BE49-F238E27FC236}">
                <a16:creationId xmlns:a16="http://schemas.microsoft.com/office/drawing/2014/main" id="{C0F59FBA-FA82-4496-91E3-553203DD993F}"/>
              </a:ext>
            </a:extLst>
          </p:cNvPr>
          <p:cNvSpPr/>
          <p:nvPr/>
        </p:nvSpPr>
        <p:spPr>
          <a:xfrm xmlns:a="http://schemas.openxmlformats.org/drawingml/2006/main">
            <a:off x="11049000" y="5819394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B048277-F667-4935-AA41-C0634CD11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ab85ef4f74142">
            <a:extLst>
              <a:ext uri="{96DAC541-7B7A-43D3-8B79-37D633B846F1}">
                <asvg:svgBlip xmlns:asvg="http://schemas.microsoft.com/office/drawing/2016/SVG/main" r:embed="Ra86220a1bca548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06150" y="5867019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41" name="video-4-menu-bg">
            <a:extLst xmlns:a="http://schemas.openxmlformats.org/drawingml/2006/main">
              <a:ext uri="{FF2B5EF4-FFF2-40B4-BE49-F238E27FC236}">
                <a16:creationId xmlns:a16="http://schemas.microsoft.com/office/drawing/2014/main" id="{3BC34B1E-B315-4DD9-9DF5-828E1C763A0A}"/>
              </a:ext>
            </a:extLst>
          </p:cNvPr>
          <p:cNvSpPr/>
          <p:nvPr/>
        </p:nvSpPr>
        <p:spPr>
          <a:xfrm xmlns:a="http://schemas.openxmlformats.org/drawingml/2006/main">
            <a:off x="11725275" y="4876800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42" name="video-4-menu">
            <a:extLst xmlns:a="http://schemas.openxmlformats.org/drawingml/2006/main">
              <a:ext uri="{FF2B5EF4-FFF2-40B4-BE49-F238E27FC236}">
                <a16:creationId xmlns:a16="http://schemas.microsoft.com/office/drawing/2014/main" id="{08810417-0057-4CC9-90FF-A708D569E132}"/>
              </a:ext>
            </a:extLst>
          </p:cNvPr>
          <p:cNvSpPr/>
          <p:nvPr/>
        </p:nvSpPr>
        <p:spPr>
          <a:xfrm xmlns:a="http://schemas.openxmlformats.org/drawingml/2006/main">
            <a:off x="11744325" y="4829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43" name="video-4-stats-bg">
            <a:extLst xmlns:a="http://schemas.openxmlformats.org/drawingml/2006/main">
              <a:ext uri="{FF2B5EF4-FFF2-40B4-BE49-F238E27FC236}">
                <a16:creationId xmlns:a16="http://schemas.microsoft.com/office/drawing/2014/main" id="{E5CC5DDC-2D51-46F2-ABB1-6C24DB612022}"/>
              </a:ext>
            </a:extLst>
          </p:cNvPr>
          <p:cNvSpPr/>
          <p:nvPr/>
        </p:nvSpPr>
        <p:spPr>
          <a:xfrm xmlns:a="http://schemas.openxmlformats.org/drawingml/2006/main">
            <a:off x="10458450" y="66484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44" name="video-4-view-play">
            <a:extLst xmlns:a="http://schemas.openxmlformats.org/drawingml/2006/main">
              <a:ext uri="{FF2B5EF4-FFF2-40B4-BE49-F238E27FC236}">
                <a16:creationId xmlns:a16="http://schemas.microsoft.com/office/drawing/2014/main" id="{D1617F6D-47C8-4445-A99A-0B1454B6C026}"/>
              </a:ext>
            </a:extLst>
          </p:cNvPr>
          <p:cNvSpPr/>
          <p:nvPr/>
        </p:nvSpPr>
        <p:spPr>
          <a:xfrm xmlns:a="http://schemas.openxmlformats.org/drawingml/2006/main">
            <a:off x="10544175" y="672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945F333-7ECB-4270-81CB-561EAEE2B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a71fd56334c0d">
            <a:extLst>
              <a:ext uri="{96DAC541-7B7A-43D3-8B79-37D633B846F1}">
                <asvg:svgBlip xmlns:asvg="http://schemas.microsoft.com/office/drawing/2016/SVG/main" r:embed="R87927ff9fb1a40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53700" y="67341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46" name="video-4-views">
            <a:extLst xmlns:a="http://schemas.openxmlformats.org/drawingml/2006/main">
              <a:ext uri="{FF2B5EF4-FFF2-40B4-BE49-F238E27FC236}">
                <a16:creationId xmlns:a16="http://schemas.microsoft.com/office/drawing/2014/main" id="{E662C679-573F-4006-87FA-398337203946}"/>
              </a:ext>
            </a:extLst>
          </p:cNvPr>
          <p:cNvSpPr/>
          <p:nvPr/>
        </p:nvSpPr>
        <p:spPr>
          <a:xfrm xmlns:a="http://schemas.openxmlformats.org/drawingml/2006/main">
            <a:off x="10734675" y="66770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5.2万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F197C5B-7C80-4D90-8E0C-21D67D36A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028f076664638">
            <a:extLst>
              <a:ext uri="{96DAC541-7B7A-43D3-8B79-37D633B846F1}">
                <asvg:svgBlip xmlns:asvg="http://schemas.microsoft.com/office/drawing/2016/SVG/main" r:embed="R682ec2faaa6f45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87150" y="67246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48" name="video-4-likes">
            <a:extLst xmlns:a="http://schemas.openxmlformats.org/drawingml/2006/main">
              <a:ext uri="{FF2B5EF4-FFF2-40B4-BE49-F238E27FC236}">
                <a16:creationId xmlns:a16="http://schemas.microsoft.com/office/drawing/2014/main" id="{A75CF21D-A453-4929-B944-F69D3FF0DE88}"/>
              </a:ext>
            </a:extLst>
          </p:cNvPr>
          <p:cNvSpPr/>
          <p:nvPr/>
        </p:nvSpPr>
        <p:spPr>
          <a:xfrm xmlns:a="http://schemas.openxmlformats.org/drawingml/2006/main">
            <a:off x="11668125" y="66770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4,851</a:t>
            </a:r>
          </a:p>
        </p:txBody>
      </p:sp>
      <p:sp>
        <p:nvSpPr>
          <p:cNvPr id="149" name="video-4-title">
            <a:extLst xmlns:a="http://schemas.openxmlformats.org/drawingml/2006/main">
              <a:ext uri="{FF2B5EF4-FFF2-40B4-BE49-F238E27FC236}">
                <a16:creationId xmlns:a16="http://schemas.microsoft.com/office/drawing/2014/main" id="{98306A5D-B5DB-4FCD-AE7A-908ACEEFB983}"/>
              </a:ext>
            </a:extLst>
          </p:cNvPr>
          <p:cNvSpPr/>
          <p:nvPr/>
        </p:nvSpPr>
        <p:spPr>
          <a:xfrm xmlns:a="http://schemas.openxmlformats.org/drawingml/2006/main">
            <a:off x="10563225" y="69913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旅行保险怎么选？</a:t>
            </a:r>
          </a:p>
        </p:txBody>
      </p:sp>
      <p:sp>
        <p:nvSpPr>
          <p:cNvPr id="150" name="video-5-card">
            <a:extLst xmlns:a="http://schemas.openxmlformats.org/drawingml/2006/main">
              <a:ext uri="{FF2B5EF4-FFF2-40B4-BE49-F238E27FC236}">
                <a16:creationId xmlns:a16="http://schemas.microsoft.com/office/drawing/2014/main" id="{1AC5296B-DF06-4B3A-9BF9-F0220A8B0002}"/>
              </a:ext>
            </a:extLst>
          </p:cNvPr>
          <p:cNvSpPr/>
          <p:nvPr/>
        </p:nvSpPr>
        <p:spPr>
          <a:xfrm xmlns:a="http://schemas.openxmlformats.org/drawingml/2006/main">
            <a:off x="12249150" y="4781550"/>
            <a:ext cx="1647825" cy="2676525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51" name="video-5-unavailable-image">
            <a:extLst xmlns:a="http://schemas.openxmlformats.org/drawingml/2006/main">
              <a:ext uri="{FF2B5EF4-FFF2-40B4-BE49-F238E27FC236}">
                <a16:creationId xmlns:a16="http://schemas.microsoft.com/office/drawing/2014/main" id="{ED42CAF6-8762-4B9E-911F-5B7CC56A5175}"/>
              </a:ext>
            </a:extLst>
          </p:cNvPr>
          <p:cNvSpPr/>
          <p:nvPr/>
        </p:nvSpPr>
        <p:spPr>
          <a:xfrm xmlns:a="http://schemas.openxmlformats.org/drawingml/2006/main">
            <a:off x="12249150" y="4781550"/>
            <a:ext cx="1647825" cy="1866900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152" name="video-5-source-status">
            <a:extLst xmlns:a="http://schemas.openxmlformats.org/drawingml/2006/main">
              <a:ext uri="{FF2B5EF4-FFF2-40B4-BE49-F238E27FC236}">
                <a16:creationId xmlns:a16="http://schemas.microsoft.com/office/drawing/2014/main" id="{DD28408B-AA25-43D7-9D75-9C04EADC70A2}"/>
              </a:ext>
            </a:extLst>
          </p:cNvPr>
          <p:cNvSpPr/>
          <p:nvPr/>
        </p:nvSpPr>
        <p:spPr>
          <a:xfrm xmlns:a="http://schemas.openxmlformats.org/drawingml/2006/main">
            <a:off x="12382500" y="5133975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153" name="video-5-play-bg">
            <a:extLst xmlns:a="http://schemas.openxmlformats.org/drawingml/2006/main">
              <a:ext uri="{FF2B5EF4-FFF2-40B4-BE49-F238E27FC236}">
                <a16:creationId xmlns:a16="http://schemas.microsoft.com/office/drawing/2014/main" id="{A50F31F0-38AB-473F-832D-DFCB5CF20044}"/>
              </a:ext>
            </a:extLst>
          </p:cNvPr>
          <p:cNvSpPr/>
          <p:nvPr/>
        </p:nvSpPr>
        <p:spPr>
          <a:xfrm xmlns:a="http://schemas.openxmlformats.org/drawingml/2006/main">
            <a:off x="12839700" y="5819394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4BF4B54-7901-4205-9903-0FB5EE8B3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5d203384c4d2e">
            <a:extLst>
              <a:ext uri="{96DAC541-7B7A-43D3-8B79-37D633B846F1}">
                <asvg:svgBlip xmlns:asvg="http://schemas.microsoft.com/office/drawing/2016/SVG/main" r:embed="Ra25cadbf6baf4d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96850" y="5867019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55" name="video-5-menu-bg">
            <a:extLst xmlns:a="http://schemas.openxmlformats.org/drawingml/2006/main">
              <a:ext uri="{FF2B5EF4-FFF2-40B4-BE49-F238E27FC236}">
                <a16:creationId xmlns:a16="http://schemas.microsoft.com/office/drawing/2014/main" id="{48019379-F510-4C13-BE07-2C3CE1FF6915}"/>
              </a:ext>
            </a:extLst>
          </p:cNvPr>
          <p:cNvSpPr/>
          <p:nvPr/>
        </p:nvSpPr>
        <p:spPr>
          <a:xfrm xmlns:a="http://schemas.openxmlformats.org/drawingml/2006/main">
            <a:off x="13515975" y="4876800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56" name="video-5-menu">
            <a:extLst xmlns:a="http://schemas.openxmlformats.org/drawingml/2006/main">
              <a:ext uri="{FF2B5EF4-FFF2-40B4-BE49-F238E27FC236}">
                <a16:creationId xmlns:a16="http://schemas.microsoft.com/office/drawing/2014/main" id="{79659CFC-B85B-4C26-AE9E-30007FAB942C}"/>
              </a:ext>
            </a:extLst>
          </p:cNvPr>
          <p:cNvSpPr/>
          <p:nvPr/>
        </p:nvSpPr>
        <p:spPr>
          <a:xfrm xmlns:a="http://schemas.openxmlformats.org/drawingml/2006/main">
            <a:off x="13535025" y="4829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57" name="video-5-stats-bg">
            <a:extLst xmlns:a="http://schemas.openxmlformats.org/drawingml/2006/main">
              <a:ext uri="{FF2B5EF4-FFF2-40B4-BE49-F238E27FC236}">
                <a16:creationId xmlns:a16="http://schemas.microsoft.com/office/drawing/2014/main" id="{CDC217B1-4CFD-4FC9-9B6E-194B2D23F64B}"/>
              </a:ext>
            </a:extLst>
          </p:cNvPr>
          <p:cNvSpPr/>
          <p:nvPr/>
        </p:nvSpPr>
        <p:spPr>
          <a:xfrm xmlns:a="http://schemas.openxmlformats.org/drawingml/2006/main">
            <a:off x="12249150" y="66484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58" name="video-5-view-play">
            <a:extLst xmlns:a="http://schemas.openxmlformats.org/drawingml/2006/main">
              <a:ext uri="{FF2B5EF4-FFF2-40B4-BE49-F238E27FC236}">
                <a16:creationId xmlns:a16="http://schemas.microsoft.com/office/drawing/2014/main" id="{7DA7F44F-9DF9-45A1-B180-7B1857B8ED4F}"/>
              </a:ext>
            </a:extLst>
          </p:cNvPr>
          <p:cNvSpPr/>
          <p:nvPr/>
        </p:nvSpPr>
        <p:spPr>
          <a:xfrm xmlns:a="http://schemas.openxmlformats.org/drawingml/2006/main">
            <a:off x="12334875" y="672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D4D480D-DBD8-4C97-89E4-CF2DD7A2B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1aef1f1e84600">
            <a:extLst>
              <a:ext uri="{96DAC541-7B7A-43D3-8B79-37D633B846F1}">
                <asvg:svgBlip xmlns:asvg="http://schemas.microsoft.com/office/drawing/2016/SVG/main" r:embed="Re8bb68efe06948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44400" y="67341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60" name="video-5-views">
            <a:extLst xmlns:a="http://schemas.openxmlformats.org/drawingml/2006/main">
              <a:ext uri="{FF2B5EF4-FFF2-40B4-BE49-F238E27FC236}">
                <a16:creationId xmlns:a16="http://schemas.microsoft.com/office/drawing/2014/main" id="{76422D01-C910-423E-9835-266467099A5D}"/>
              </a:ext>
            </a:extLst>
          </p:cNvPr>
          <p:cNvSpPr/>
          <p:nvPr/>
        </p:nvSpPr>
        <p:spPr>
          <a:xfrm xmlns:a="http://schemas.openxmlformats.org/drawingml/2006/main">
            <a:off x="12525375" y="66770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4.8万</a:t>
            </a:r>
          </a:p>
        </p:txBody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98A168A-8C8D-4D30-BC70-2850BDE79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b2fbeb9614667">
            <a:extLst>
              <a:ext uri="{96DAC541-7B7A-43D3-8B79-37D633B846F1}">
                <asvg:svgBlip xmlns:asvg="http://schemas.microsoft.com/office/drawing/2016/SVG/main" r:embed="Rffae33b5edea4c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277850" y="67246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62" name="video-5-likes">
            <a:extLst xmlns:a="http://schemas.openxmlformats.org/drawingml/2006/main">
              <a:ext uri="{FF2B5EF4-FFF2-40B4-BE49-F238E27FC236}">
                <a16:creationId xmlns:a16="http://schemas.microsoft.com/office/drawing/2014/main" id="{7101EB01-1A14-412A-B41A-A6A75765F057}"/>
              </a:ext>
            </a:extLst>
          </p:cNvPr>
          <p:cNvSpPr/>
          <p:nvPr/>
        </p:nvSpPr>
        <p:spPr>
          <a:xfrm xmlns:a="http://schemas.openxmlformats.org/drawingml/2006/main">
            <a:off x="13458825" y="66770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4,126</a:t>
            </a:r>
          </a:p>
        </p:txBody>
      </p:sp>
      <p:sp>
        <p:nvSpPr>
          <p:cNvPr id="163" name="video-5-title">
            <a:extLst xmlns:a="http://schemas.openxmlformats.org/drawingml/2006/main">
              <a:ext uri="{FF2B5EF4-FFF2-40B4-BE49-F238E27FC236}">
                <a16:creationId xmlns:a16="http://schemas.microsoft.com/office/drawing/2014/main" id="{4DF1956E-E832-49EB-A438-AB9974FC9094}"/>
              </a:ext>
            </a:extLst>
          </p:cNvPr>
          <p:cNvSpPr/>
          <p:nvPr/>
        </p:nvSpPr>
        <p:spPr>
          <a:xfrm xmlns:a="http://schemas.openxmlformats.org/drawingml/2006/main">
            <a:off x="12353925" y="69913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申根签证保险怎么买？</a:t>
            </a:r>
          </a:p>
        </p:txBody>
      </p:sp>
      <p:sp>
        <p:nvSpPr>
          <p:cNvPr id="164" name="video-6-card">
            <a:extLst xmlns:a="http://schemas.openxmlformats.org/drawingml/2006/main">
              <a:ext uri="{FF2B5EF4-FFF2-40B4-BE49-F238E27FC236}">
                <a16:creationId xmlns:a16="http://schemas.microsoft.com/office/drawing/2014/main" id="{23A1D6CB-1080-4818-8915-942B48073452}"/>
              </a:ext>
            </a:extLst>
          </p:cNvPr>
          <p:cNvSpPr/>
          <p:nvPr/>
        </p:nvSpPr>
        <p:spPr>
          <a:xfrm xmlns:a="http://schemas.openxmlformats.org/drawingml/2006/main">
            <a:off x="14058900" y="4781550"/>
            <a:ext cx="1647825" cy="2676525"/>
          </a:xfrm>
          <a:prstGeom xmlns:a="http://schemas.openxmlformats.org/drawingml/2006/main" prst="roundRect">
            <a:avLst>
              <a:gd name="adj" fmla="val 6358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65" name="video-6-unavailable-image">
            <a:extLst xmlns:a="http://schemas.openxmlformats.org/drawingml/2006/main">
              <a:ext uri="{FF2B5EF4-FFF2-40B4-BE49-F238E27FC236}">
                <a16:creationId xmlns:a16="http://schemas.microsoft.com/office/drawing/2014/main" id="{E8974AC5-265C-4008-B059-AC312EFDA79B}"/>
              </a:ext>
            </a:extLst>
          </p:cNvPr>
          <p:cNvSpPr/>
          <p:nvPr/>
        </p:nvSpPr>
        <p:spPr>
          <a:xfrm xmlns:a="http://schemas.openxmlformats.org/drawingml/2006/main">
            <a:off x="14058900" y="4781550"/>
            <a:ext cx="1647825" cy="1866900"/>
          </a:xfrm>
          <a:prstGeom xmlns:a="http://schemas.openxmlformats.org/drawingml/2006/main" prst="roundRect">
            <a:avLst>
              <a:gd name="adj" fmla="val 5780"/>
            </a:avLst>
          </a:prstGeom>
          <a:gradFill xmlns:a="http://schemas.openxmlformats.org/drawingml/2006/main">
            <a:gsLst>
              <a:gs pos="0">
                <a:srgbClr val="E0EDFB"/>
              </a:gs>
              <a:gs pos="100000">
                <a:srgbClr val="C7DCF5"/>
              </a:gs>
            </a:gsLst>
            <a:lin ang="4200000"/>
          </a:gradFill>
          <a:ln xmlns:a="http://schemas.openxmlformats.org/drawingml/2006/main" w="0">
            <a:noFill/>
          </a:ln>
        </p:spPr>
      </p:sp>
      <p:sp>
        <p:nvSpPr>
          <p:cNvPr id="166" name="video-6-source-status">
            <a:extLst xmlns:a="http://schemas.openxmlformats.org/drawingml/2006/main">
              <a:ext uri="{FF2B5EF4-FFF2-40B4-BE49-F238E27FC236}">
                <a16:creationId xmlns:a16="http://schemas.microsoft.com/office/drawing/2014/main" id="{0B3A9E98-A91E-4358-8778-DBB71D87C506}"/>
              </a:ext>
            </a:extLst>
          </p:cNvPr>
          <p:cNvSpPr/>
          <p:nvPr/>
        </p:nvSpPr>
        <p:spPr>
          <a:xfrm xmlns:a="http://schemas.openxmlformats.org/drawingml/2006/main">
            <a:off x="14192250" y="5133975"/>
            <a:ext cx="1381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6D88AE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视频画面</a:t>
            </a:r>
          </a:p>
          <a:p xmlns:a="http://schemas.openxmlformats.org/drawingml/2006/main">
            <a:pPr algn="ctr">
              <a:defRPr>
                <a:solidFill>
                  <a:srgbClr val="6D88AE"/>
                </a:solidFill>
              </a:defRPr>
            </a:pPr>
            <a:r>
              <a:rPr sz="1425">
                <a:solidFill>
                  <a:srgbClr val="6D88AE"/>
                </a:solidFill>
                <a:latin typeface="Noto Sans CJK SC"/>
                <a:ea typeface="Noto Sans CJK SC"/>
                <a:cs typeface="Noto Sans CJK SC"/>
              </a:rPr>
              <a:t>待补原图</a:t>
            </a:r>
          </a:p>
        </p:txBody>
      </p:sp>
      <p:sp>
        <p:nvSpPr>
          <p:cNvPr id="167" name="video-6-play-bg">
            <a:extLst xmlns:a="http://schemas.openxmlformats.org/drawingml/2006/main">
              <a:ext uri="{FF2B5EF4-FFF2-40B4-BE49-F238E27FC236}">
                <a16:creationId xmlns:a16="http://schemas.microsoft.com/office/drawing/2014/main" id="{30D80A77-029E-4852-A60D-BB120B1698F5}"/>
              </a:ext>
            </a:extLst>
          </p:cNvPr>
          <p:cNvSpPr/>
          <p:nvPr/>
        </p:nvSpPr>
        <p:spPr>
          <a:xfrm xmlns:a="http://schemas.openxmlformats.org/drawingml/2006/main">
            <a:off x="14649450" y="5819394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B8D">
              <a:alpha val="55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EB9E324-A76C-41AD-8778-86D590900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519c1a30544d2">
            <a:extLst>
              <a:ext uri="{96DAC541-7B7A-43D3-8B79-37D633B846F1}">
                <asvg:svgBlip xmlns:asvg="http://schemas.microsoft.com/office/drawing/2016/SVG/main" r:embed="Ra609d1d6288143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706600" y="5867019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69" name="video-6-menu-bg">
            <a:extLst xmlns:a="http://schemas.openxmlformats.org/drawingml/2006/main">
              <a:ext uri="{FF2B5EF4-FFF2-40B4-BE49-F238E27FC236}">
                <a16:creationId xmlns:a16="http://schemas.microsoft.com/office/drawing/2014/main" id="{33000B88-5230-4797-9A42-927AD534EDAE}"/>
              </a:ext>
            </a:extLst>
          </p:cNvPr>
          <p:cNvSpPr/>
          <p:nvPr/>
        </p:nvSpPr>
        <p:spPr>
          <a:xfrm xmlns:a="http://schemas.openxmlformats.org/drawingml/2006/main">
            <a:off x="15325725" y="4876800"/>
            <a:ext cx="3048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698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70" name="video-6-menu">
            <a:extLst xmlns:a="http://schemas.openxmlformats.org/drawingml/2006/main">
              <a:ext uri="{FF2B5EF4-FFF2-40B4-BE49-F238E27FC236}">
                <a16:creationId xmlns:a16="http://schemas.microsoft.com/office/drawing/2014/main" id="{A9C576E3-55AF-4BE4-8B64-6399403F8641}"/>
              </a:ext>
            </a:extLst>
          </p:cNvPr>
          <p:cNvSpPr/>
          <p:nvPr/>
        </p:nvSpPr>
        <p:spPr>
          <a:xfrm xmlns:a="http://schemas.openxmlformats.org/drawingml/2006/main">
            <a:off x="15344775" y="4829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···</a:t>
            </a:r>
          </a:p>
        </p:txBody>
      </p:sp>
      <p:sp>
        <p:nvSpPr>
          <p:cNvPr id="171" name="video-6-stats-bg">
            <a:extLst xmlns:a="http://schemas.openxmlformats.org/drawingml/2006/main">
              <a:ext uri="{FF2B5EF4-FFF2-40B4-BE49-F238E27FC236}">
                <a16:creationId xmlns:a16="http://schemas.microsoft.com/office/drawing/2014/main" id="{92780E2F-0783-4301-AAA5-65DF0A7FD193}"/>
              </a:ext>
            </a:extLst>
          </p:cNvPr>
          <p:cNvSpPr/>
          <p:nvPr/>
        </p:nvSpPr>
        <p:spPr>
          <a:xfrm xmlns:a="http://schemas.openxmlformats.org/drawingml/2006/main">
            <a:off x="14058900" y="6648450"/>
            <a:ext cx="1647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53A"/>
          </a:solidFill>
          <a:ln xmlns:a="http://schemas.openxmlformats.org/drawingml/2006/main" w="0">
            <a:noFill/>
          </a:ln>
        </p:spPr>
      </p:sp>
      <p:sp>
        <p:nvSpPr>
          <p:cNvPr id="172" name="video-6-view-play">
            <a:extLst xmlns:a="http://schemas.openxmlformats.org/drawingml/2006/main">
              <a:ext uri="{FF2B5EF4-FFF2-40B4-BE49-F238E27FC236}">
                <a16:creationId xmlns:a16="http://schemas.microsoft.com/office/drawing/2014/main" id="{0DD114CD-3C00-428D-A77B-B42B02D90436}"/>
              </a:ext>
            </a:extLst>
          </p:cNvPr>
          <p:cNvSpPr/>
          <p:nvPr/>
        </p:nvSpPr>
        <p:spPr>
          <a:xfrm xmlns:a="http://schemas.openxmlformats.org/drawingml/2006/main">
            <a:off x="14144625" y="672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6293229-9E57-4F93-8683-858AD4E06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040c7b5584ff0">
            <a:extLst>
              <a:ext uri="{96DAC541-7B7A-43D3-8B79-37D633B846F1}">
                <asvg:svgBlip xmlns:asvg="http://schemas.microsoft.com/office/drawing/2016/SVG/main" r:embed="Rb29dfb4c8c7f46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154150" y="6734175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74" name="video-6-views">
            <a:extLst xmlns:a="http://schemas.openxmlformats.org/drawingml/2006/main">
              <a:ext uri="{FF2B5EF4-FFF2-40B4-BE49-F238E27FC236}">
                <a16:creationId xmlns:a16="http://schemas.microsoft.com/office/drawing/2014/main" id="{70890FF8-1623-4300-B567-7F581ACB2E62}"/>
              </a:ext>
            </a:extLst>
          </p:cNvPr>
          <p:cNvSpPr/>
          <p:nvPr/>
        </p:nvSpPr>
        <p:spPr>
          <a:xfrm xmlns:a="http://schemas.openxmlformats.org/drawingml/2006/main">
            <a:off x="14335125" y="66770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3.9万</a:t>
            </a:r>
          </a:p>
        </p:txBody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1C987AE-8D43-43DF-979A-4A5FC3B70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2691e851f42e3">
            <a:extLst>
              <a:ext uri="{96DAC541-7B7A-43D3-8B79-37D633B846F1}">
                <asvg:svgBlip xmlns:asvg="http://schemas.microsoft.com/office/drawing/2016/SVG/main" r:embed="Rd1c4101c0c0445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87600" y="67246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76" name="video-6-likes">
            <a:extLst xmlns:a="http://schemas.openxmlformats.org/drawingml/2006/main">
              <a:ext uri="{FF2B5EF4-FFF2-40B4-BE49-F238E27FC236}">
                <a16:creationId xmlns:a16="http://schemas.microsoft.com/office/drawing/2014/main" id="{8393DF92-0865-4428-84E3-4D3CBC09A6C2}"/>
              </a:ext>
            </a:extLst>
          </p:cNvPr>
          <p:cNvSpPr/>
          <p:nvPr/>
        </p:nvSpPr>
        <p:spPr>
          <a:xfrm xmlns:a="http://schemas.openxmlformats.org/drawingml/2006/main">
            <a:off x="15268575" y="66770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013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3,746</a:t>
            </a:r>
          </a:p>
        </p:txBody>
      </p:sp>
      <p:sp>
        <p:nvSpPr>
          <p:cNvPr id="177" name="video-6-title">
            <a:extLst xmlns:a="http://schemas.openxmlformats.org/drawingml/2006/main">
              <a:ext uri="{FF2B5EF4-FFF2-40B4-BE49-F238E27FC236}">
                <a16:creationId xmlns:a16="http://schemas.microsoft.com/office/drawing/2014/main" id="{3473DED4-0E4B-49EE-904C-0B6F7FC0EB66}"/>
              </a:ext>
            </a:extLst>
          </p:cNvPr>
          <p:cNvSpPr/>
          <p:nvPr/>
        </p:nvSpPr>
        <p:spPr>
          <a:xfrm xmlns:a="http://schemas.openxmlformats.org/drawingml/2006/main">
            <a:off x="14163675" y="69913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正在办申根签证？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07152F"/>
                </a:solidFill>
              </a:defRPr>
            </a:pPr>
            <a:r>
              <a:rPr sz="1170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保险可别买错！</a:t>
            </a:r>
          </a:p>
        </p:txBody>
      </p:sp>
      <p:sp>
        <p:nvSpPr>
          <p:cNvPr id="178" name="summary-banner">
            <a:extLst xmlns:a="http://schemas.openxmlformats.org/drawingml/2006/main">
              <a:ext uri="{FF2B5EF4-FFF2-40B4-BE49-F238E27FC236}">
                <a16:creationId xmlns:a16="http://schemas.microsoft.com/office/drawing/2014/main" id="{0C10073C-F712-441F-99DE-E43ECBEA5B3A}"/>
              </a:ext>
            </a:extLst>
          </p:cNvPr>
          <p:cNvSpPr/>
          <p:nvPr/>
        </p:nvSpPr>
        <p:spPr>
          <a:xfrm xmlns:a="http://schemas.openxmlformats.org/drawingml/2006/main">
            <a:off x="314325" y="7753350"/>
            <a:ext cx="15544800" cy="8382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EAF4FF"/>
              </a:gs>
              <a:gs pos="100000">
                <a:srgbClr val="F6FAFF"/>
              </a:gs>
            </a:gsLst>
            <a:lin ang="0"/>
          </a:gradFill>
          <a:ln xmlns:a="http://schemas.openxmlformats.org/drawingml/2006/main" w="9525">
            <a:solidFill>
              <a:srgbClr val="D9E8FF"/>
            </a:solidFill>
          </a:ln>
        </p:spPr>
      </p:sp>
      <p:sp>
        <p:nvSpPr>
          <p:cNvPr id="179" name="bars-badge-64-826">
            <a:extLst xmlns:a="http://schemas.openxmlformats.org/drawingml/2006/main">
              <a:ext uri="{FF2B5EF4-FFF2-40B4-BE49-F238E27FC236}">
                <a16:creationId xmlns:a16="http://schemas.microsoft.com/office/drawing/2014/main" id="{08D0D9D7-F6E6-4A27-B5BF-E09AAA81687D}"/>
              </a:ext>
            </a:extLst>
          </p:cNvPr>
          <p:cNvSpPr/>
          <p:nvPr/>
        </p:nvSpPr>
        <p:spPr>
          <a:xfrm xmlns:a="http://schemas.openxmlformats.org/drawingml/2006/main">
            <a:off x="609600" y="7867650"/>
            <a:ext cx="609600" cy="609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CAFFF"/>
              </a:gs>
              <a:gs pos="100000">
                <a:srgbClr val="0062E5"/>
              </a:gs>
            </a:gsLst>
            <a:lin ang="3300000"/>
          </a:gradFill>
          <a:ln xmlns:a="http://schemas.openxmlformats.org/drawingml/2006/main" w="0">
            <a:noFill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682002C-EB75-49AC-AD40-DF6434400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2922e3204037">
            <a:extLst>
              <a:ext uri="{96DAC541-7B7A-43D3-8B79-37D633B846F1}">
                <asvg:svgBlip xmlns:asvg="http://schemas.microsoft.com/office/drawing/2016/SVG/main" r:embed="R8ef0693f06be40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1520" y="798957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1" name="summary-pill">
            <a:extLst xmlns:a="http://schemas.openxmlformats.org/drawingml/2006/main">
              <a:ext uri="{FF2B5EF4-FFF2-40B4-BE49-F238E27FC236}">
                <a16:creationId xmlns:a16="http://schemas.microsoft.com/office/drawing/2014/main" id="{3E49CD20-C4B2-4AE5-A27F-E6ED63B1C3BF}"/>
              </a:ext>
            </a:extLst>
          </p:cNvPr>
          <p:cNvSpPr/>
          <p:nvPr/>
        </p:nvSpPr>
        <p:spPr>
          <a:xfrm xmlns:a="http://schemas.openxmlformats.org/drawingml/2006/main">
            <a:off x="1362075" y="7877175"/>
            <a:ext cx="1895475" cy="5238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864EB"/>
              </a:gs>
              <a:gs pos="100000">
                <a:srgbClr val="5DB5F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2" name="summary-period">
            <a:extLst xmlns:a="http://schemas.openxmlformats.org/drawingml/2006/main">
              <a:ext uri="{FF2B5EF4-FFF2-40B4-BE49-F238E27FC236}">
                <a16:creationId xmlns:a16="http://schemas.microsoft.com/office/drawing/2014/main" id="{D10F1B8F-C4EC-4796-AB43-1158B9E9D535}"/>
              </a:ext>
            </a:extLst>
          </p:cNvPr>
          <p:cNvSpPr/>
          <p:nvPr/>
        </p:nvSpPr>
        <p:spPr>
          <a:xfrm xmlns:a="http://schemas.openxmlformats.org/drawingml/2006/main">
            <a:off x="1524000" y="7924800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9月投放总结</a:t>
            </a:r>
          </a:p>
        </p:txBody>
      </p:sp>
      <p:sp>
        <p:nvSpPr>
          <p:cNvPr id="183" name="summary-divider">
            <a:extLst xmlns:a="http://schemas.openxmlformats.org/drawingml/2006/main">
              <a:ext uri="{FF2B5EF4-FFF2-40B4-BE49-F238E27FC236}">
                <a16:creationId xmlns:a16="http://schemas.microsoft.com/office/drawing/2014/main" id="{ABCBD368-8DA3-4BAC-A425-47AC2FF8BAEB}"/>
              </a:ext>
            </a:extLst>
          </p:cNvPr>
          <p:cNvSpPr/>
          <p:nvPr/>
        </p:nvSpPr>
        <p:spPr>
          <a:xfrm xmlns:a="http://schemas.openxmlformats.org/drawingml/2006/main">
            <a:off x="3495675" y="8020050"/>
            <a:ext cx="1428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A0FF"/>
          </a:solidFill>
          <a:ln xmlns:a="http://schemas.openxmlformats.org/drawingml/2006/main" w="0">
            <a:noFill/>
          </a:ln>
        </p:spPr>
      </p:sp>
      <p:sp>
        <p:nvSpPr>
          <p:cNvPr id="184" name="summary-text">
            <a:extLst xmlns:a="http://schemas.openxmlformats.org/drawingml/2006/main">
              <a:ext uri="{FF2B5EF4-FFF2-40B4-BE49-F238E27FC236}">
                <a16:creationId xmlns:a16="http://schemas.microsoft.com/office/drawing/2014/main" id="{9C0CCB44-05A8-4751-ABE4-FDBCABBB4B65}"/>
              </a:ext>
            </a:extLst>
          </p:cNvPr>
          <p:cNvSpPr/>
          <p:nvPr/>
        </p:nvSpPr>
        <p:spPr>
          <a:xfrm xmlns:a="http://schemas.openxmlformats.org/drawingml/2006/main">
            <a:off x="3733800" y="7896225"/>
            <a:ext cx="108394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>
                <a:solidFill>
                  <a:srgbClr val="07152F"/>
                </a:solidFill>
              </a:defRPr>
            </a:defPPr>
          </a:lstStyle>
          <a:p xmlns:a="http://schemas.openxmlformats.org/drawingml/2006/main">
            <a:pPr>
              <a:defRPr>
                <a:solidFill>
                  <a:srgbClr val="07152F"/>
                </a:solidFill>
              </a:defRPr>
            </a:pPr>
            <a:r>
              <a:rPr sz="1575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超级短视频获取点击的</a:t>
            </a:r>
            <a:r>
              <a:rPr sz="1575" b="1">
                <a:solidFill>
                  <a:srgbClr val="0754D4"/>
                </a:solidFill>
                <a:latin typeface="Noto Sans CJK SC"/>
                <a:ea typeface="Noto Sans CJK SC"/>
                <a:cs typeface="Noto Sans CJK SC"/>
              </a:rPr>
              <a:t>能力较强、点击成本较低</a:t>
            </a:r>
            <a:r>
              <a:rPr sz="1575" b="1">
                <a:solidFill>
                  <a:srgbClr val="07152F"/>
                </a:solidFill>
                <a:latin typeface="Noto Sans CJK SC"/>
                <a:ea typeface="Noto Sans CJK SC"/>
                <a:cs typeface="Noto Sans CJK SC"/>
              </a:rPr>
              <a:t>，可以有效的低成本获客，增加品牌用户人群，方便后续转化。</a:t>
            </a:r>
          </a:p>
        </p:txBody>
      </p:sp>
      <p:sp>
        <p:nvSpPr>
          <p:cNvPr id="185" name="summary-trend-start">
            <a:extLst xmlns:a="http://schemas.openxmlformats.org/drawingml/2006/main">
              <a:ext uri="{FF2B5EF4-FFF2-40B4-BE49-F238E27FC236}">
                <a16:creationId xmlns:a16="http://schemas.microsoft.com/office/drawing/2014/main" id="{F6C653A3-7624-4991-AE83-0BDC7A4F5CBD}"/>
              </a:ext>
            </a:extLst>
          </p:cNvPr>
          <p:cNvSpPr/>
          <p:nvPr/>
        </p:nvSpPr>
        <p:spPr>
          <a:xfrm xmlns:a="http://schemas.openxmlformats.org/drawingml/2006/main">
            <a:off x="14458950" y="8448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summary-trend-end">
            <a:extLst xmlns:a="http://schemas.openxmlformats.org/drawingml/2006/main">
              <a:ext uri="{FF2B5EF4-FFF2-40B4-BE49-F238E27FC236}">
                <a16:creationId xmlns:a16="http://schemas.microsoft.com/office/drawing/2014/main" id="{AE175D7B-F8E2-4838-8C88-3AE829C60143}"/>
              </a:ext>
            </a:extLst>
          </p:cNvPr>
          <p:cNvSpPr/>
          <p:nvPr/>
        </p:nvSpPr>
        <p:spPr>
          <a:xfrm xmlns:a="http://schemas.openxmlformats.org/drawingml/2006/main">
            <a:off x="15497175" y="7943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5954566-1262-47EC-A532-3C3FA75AC264}"/>
              </a:ext>
            </a:extLst>
          </p:cNvPr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 flipV="1">
            <a:off x="14468475" y="7948613"/>
            <a:ext cx="102870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23825">
            <a:solidFill>
              <a:srgbClr val="C6E0FF"/>
            </a:solidFill>
            <a:headEnd type="none" w="med" len="med"/>
            <a:tailEnd type="triangle" w="med" len="sm"/>
          </a:ln>
        </p:spPr>
      </p:cxnSp>
    </p:spTree>
    <p:extLst>
      <p:ext uri="{BB962C8B-B14F-4D97-AF65-F5344CB8AC3E}">
        <p14:creationId xmlns:p14="http://schemas.microsoft.com/office/powerpoint/2010/main" val="62256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2026-10-15T03:27:01.3310000Z</dcterms:created>
  <dcterms:modified xsi:type="dcterms:W3CDTF">2026-10-15T03:27:01.3310000Z</dcterms:modified>
</coreProperties>
</file>